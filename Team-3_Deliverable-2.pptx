
<file path=[Content_Types].xml><?xml version="1.0" encoding="utf-8"?>
<Types xmlns="http://schemas.openxmlformats.org/package/2006/content-types">
  <Default Extension="jpeg" ContentType="image/jpeg"/>
  <Default Extension="jpg" ContentType="image/jpeg"/>
  <Default Extension="m4a" ContentType="audi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27"/>
  </p:notesMasterIdLst>
  <p:handoutMasterIdLst>
    <p:handoutMasterId r:id="rId28"/>
  </p:handoutMasterIdLst>
  <p:sldIdLst>
    <p:sldId id="342" r:id="rId5"/>
    <p:sldId id="359" r:id="rId6"/>
    <p:sldId id="388" r:id="rId7"/>
    <p:sldId id="390" r:id="rId8"/>
    <p:sldId id="391" r:id="rId9"/>
    <p:sldId id="392" r:id="rId10"/>
    <p:sldId id="395" r:id="rId11"/>
    <p:sldId id="393" r:id="rId12"/>
    <p:sldId id="394" r:id="rId13"/>
    <p:sldId id="396" r:id="rId14"/>
    <p:sldId id="374" r:id="rId15"/>
    <p:sldId id="375" r:id="rId16"/>
    <p:sldId id="376" r:id="rId17"/>
    <p:sldId id="382" r:id="rId18"/>
    <p:sldId id="383" r:id="rId19"/>
    <p:sldId id="384" r:id="rId20"/>
    <p:sldId id="385" r:id="rId21"/>
    <p:sldId id="386" r:id="rId22"/>
    <p:sldId id="403" r:id="rId23"/>
    <p:sldId id="404" r:id="rId24"/>
    <p:sldId id="402" r:id="rId25"/>
    <p:sldId id="400"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3FBFE"/>
    <a:srgbClr val="000000"/>
    <a:srgbClr val="FFFFFF"/>
    <a:srgbClr val="05202E"/>
    <a:srgbClr val="05152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A65D62A-A7CB-4D48-887F-1A220B60B807}" v="712" dt="2025-06-19T13:28:08.372"/>
    <p1510:client id="{AFB18985-094F-6F40-BDE9-946AB52B7734}" v="23" dt="2025-06-19T18:03:13.489"/>
  </p1510:revLst>
</p1510:revInfo>
</file>

<file path=ppt/tableStyles.xml><?xml version="1.0" encoding="utf-8"?>
<a:tblStyleLst xmlns:a="http://schemas.openxmlformats.org/drawingml/2006/main" def="{10A1B5D5-9B99-4C35-A422-299274C87663}">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2978" autoAdjust="0"/>
    <p:restoredTop sz="96301" autoAdjust="0"/>
  </p:normalViewPr>
  <p:slideViewPr>
    <p:cSldViewPr snapToGrid="0" snapToObjects="1" showGuides="1">
      <p:cViewPr varScale="1">
        <p:scale>
          <a:sx n="113" d="100"/>
          <a:sy n="113" d="100"/>
        </p:scale>
        <p:origin x="1232" y="488"/>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snapToGrid="0" snapToObjects="1">
      <p:cViewPr varScale="1">
        <p:scale>
          <a:sx n="67" d="100"/>
          <a:sy n="67" d="100"/>
        </p:scale>
        <p:origin x="3120" y="72"/>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34" Type="http://schemas.microsoft.com/office/2018/10/relationships/authors" Target="author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handoutMaster" Target="handoutMasters/handoutMaster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notesMaster" Target="notesMasters/notesMaster1.xml"/><Relationship Id="rId30" Type="http://schemas.openxmlformats.org/officeDocument/2006/relationships/viewProps" Target="viewProps.xml"/><Relationship Id="rId8" Type="http://schemas.openxmlformats.org/officeDocument/2006/relationships/slide" Target="slides/slide4.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54459878-C319-6BF3-52DC-16FA4340A6C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C82FA7FC-DFAE-8499-5A3E-AD9648D7FCA1}"/>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58BFD57-AB0A-470B-A7AF-56DFE7B5174A}" type="datetimeFigureOut">
              <a:rPr lang="en-US" smtClean="0"/>
              <a:t>6/23/25</a:t>
            </a:fld>
            <a:endParaRPr lang="en-US" dirty="0"/>
          </a:p>
        </p:txBody>
      </p:sp>
      <p:sp>
        <p:nvSpPr>
          <p:cNvPr id="4" name="Footer Placeholder 3">
            <a:extLst>
              <a:ext uri="{FF2B5EF4-FFF2-40B4-BE49-F238E27FC236}">
                <a16:creationId xmlns:a16="http://schemas.microsoft.com/office/drawing/2014/main" id="{4C9C12BB-9544-9F9A-BEDA-E71686438591}"/>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7D1E77E4-B9A2-A882-9240-3AE65EE2176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E9D61A1-75D9-49F7-83EB-F5872642613A}" type="slidenum">
              <a:rPr lang="en-US" smtClean="0"/>
              <a:t>‹#›</a:t>
            </a:fld>
            <a:endParaRPr lang="en-US" dirty="0"/>
          </a:p>
        </p:txBody>
      </p:sp>
    </p:spTree>
    <p:extLst>
      <p:ext uri="{BB962C8B-B14F-4D97-AF65-F5344CB8AC3E}">
        <p14:creationId xmlns:p14="http://schemas.microsoft.com/office/powerpoint/2010/main" val="14773272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4B3339F-6CEA-4641-BE08-40DAFD6FCF25}" type="datetimeFigureOut">
              <a:rPr lang="en-US" smtClean="0"/>
              <a:t>6/23/25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EF75CB5-5666-5049-9AE0-38EFD385C21E}" type="slidenum">
              <a:rPr lang="en-US" smtClean="0"/>
              <a:t>‹#›</a:t>
            </a:fld>
            <a:endParaRPr lang="en-US" dirty="0"/>
          </a:p>
        </p:txBody>
      </p:sp>
    </p:spTree>
    <p:extLst>
      <p:ext uri="{BB962C8B-B14F-4D97-AF65-F5344CB8AC3E}">
        <p14:creationId xmlns:p14="http://schemas.microsoft.com/office/powerpoint/2010/main" val="4755626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EF75CB5-5666-5049-9AE0-38EFD385C21E}" type="slidenum">
              <a:rPr lang="en-US" smtClean="0"/>
              <a:t>1</a:t>
            </a:fld>
            <a:endParaRPr lang="en-US" dirty="0"/>
          </a:p>
        </p:txBody>
      </p:sp>
    </p:spTree>
    <p:extLst>
      <p:ext uri="{BB962C8B-B14F-4D97-AF65-F5344CB8AC3E}">
        <p14:creationId xmlns:p14="http://schemas.microsoft.com/office/powerpoint/2010/main" val="157599972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EF75CB5-5666-5049-9AE0-38EFD385C21E}"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70267386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C6F81A-5EC2-E257-5C57-C1C5731CA9C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F52E5C7-6608-C8CF-540A-3FF873E3ABF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AF9EFE5-342C-8445-2F3F-3732578DE49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FCACF88-3945-D677-1AA2-4BF0E2BC0A5B}"/>
              </a:ext>
            </a:extLst>
          </p:cNvPr>
          <p:cNvSpPr>
            <a:spLocks noGrp="1"/>
          </p:cNvSpPr>
          <p:nvPr>
            <p:ph type="sldNum" sz="quarter" idx="5"/>
          </p:nvPr>
        </p:nvSpPr>
        <p:spPr/>
        <p:txBody>
          <a:bodyPr/>
          <a:lstStyle/>
          <a:p>
            <a:fld id="{DEF75CB5-5666-5049-9AE0-38EFD385C21E}" type="slidenum">
              <a:rPr lang="en-US" smtClean="0"/>
              <a:t>3</a:t>
            </a:fld>
            <a:endParaRPr lang="en-US" dirty="0"/>
          </a:p>
        </p:txBody>
      </p:sp>
    </p:spTree>
    <p:extLst>
      <p:ext uri="{BB962C8B-B14F-4D97-AF65-F5344CB8AC3E}">
        <p14:creationId xmlns:p14="http://schemas.microsoft.com/office/powerpoint/2010/main" val="215589767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A4CE9A-B86B-3EDE-F312-ACF637A088B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F6CCD37-9952-63B4-8DEF-5AC47AB394F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1267480-5711-618A-1FE6-FBD8C2DEB310}"/>
              </a:ext>
            </a:extLst>
          </p:cNvPr>
          <p:cNvSpPr>
            <a:spLocks noGrp="1"/>
          </p:cNvSpPr>
          <p:nvPr>
            <p:ph type="body" idx="1"/>
          </p:nvPr>
        </p:nvSpPr>
        <p:spPr/>
        <p:txBody>
          <a:bodyPr/>
          <a:lstStyle/>
          <a:p>
            <a:pPr marL="285750" indent="-285750">
              <a:buFont typeface="Arial" panose="020B0604020202020204" pitchFamily="34" charset="0"/>
              <a:buChar char="•"/>
            </a:pPr>
            <a:r>
              <a:rPr lang="en-US" sz="18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By creating a SageMaker model quality monitor object, this  is used to run jobs the  establish baseline quality metrics for the model to  later monitor those metrics in production. This object configures the compute resources and permissions needed to run your model quality checks</a:t>
            </a:r>
          </a:p>
          <a:p>
            <a:pPr marL="285750" indent="-285750">
              <a:buFont typeface="Arial" panose="020B0604020202020204" pitchFamily="34" charset="0"/>
              <a:buChar char="•"/>
            </a:pPr>
            <a:r>
              <a:rPr lang="en-US" sz="18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Suggest baseline runs a "baselining job” by taking the </a:t>
            </a:r>
            <a:r>
              <a:rPr lang="en-US" sz="1800" b="0" i="0" dirty="0">
                <a:latin typeface="Times New Roman" panose="02020603050405020304" pitchFamily="18" charset="0"/>
                <a:cs typeface="Times New Roman" panose="02020603050405020304" pitchFamily="18" charset="0"/>
              </a:rPr>
              <a:t>training or validation dataset via the baseline URI and computes key quality metrics (like accuracy, precision, recall, F1/F2 score, etc.) for the model using the provided attributes.</a:t>
            </a:r>
          </a:p>
          <a:p>
            <a:pPr marL="285750" indent="-285750">
              <a:buFont typeface="Arial" panose="020B0604020202020204" pitchFamily="34" charset="0"/>
              <a:buChar char="•"/>
            </a:pPr>
            <a:r>
              <a:rPr lang="en-US" sz="1800" b="0" i="0" dirty="0">
                <a:latin typeface="Times New Roman" panose="02020603050405020304" pitchFamily="18" charset="0"/>
                <a:cs typeface="Times New Roman" panose="02020603050405020304" pitchFamily="18" charset="0"/>
              </a:rPr>
              <a:t>The problem type is set to "</a:t>
            </a:r>
            <a:r>
              <a:rPr lang="en-US" sz="1800" b="0" i="0" dirty="0" err="1">
                <a:latin typeface="Times New Roman" panose="02020603050405020304" pitchFamily="18" charset="0"/>
                <a:cs typeface="Times New Roman" panose="02020603050405020304" pitchFamily="18" charset="0"/>
              </a:rPr>
              <a:t>BinaryClassification</a:t>
            </a:r>
            <a:r>
              <a:rPr lang="en-US" sz="1800" b="0" i="0" dirty="0">
                <a:latin typeface="Times New Roman" panose="02020603050405020304" pitchFamily="18" charset="0"/>
                <a:cs typeface="Times New Roman" panose="02020603050405020304" pitchFamily="18" charset="0"/>
              </a:rPr>
              <a:t>", meaning the job expects a binary (two-class) classification problem.</a:t>
            </a:r>
          </a:p>
          <a:p>
            <a:pPr marL="285750" indent="-285750">
              <a:buFont typeface="Arial" panose="020B0604020202020204" pitchFamily="34" charset="0"/>
              <a:buChar char="•"/>
            </a:pPr>
            <a:r>
              <a:rPr lang="en-US" sz="1800" b="0" i="0" dirty="0">
                <a:latin typeface="Times New Roman" panose="02020603050405020304" pitchFamily="18" charset="0"/>
                <a:cs typeface="Times New Roman" panose="02020603050405020304" pitchFamily="18" charset="0"/>
              </a:rPr>
              <a:t>- The Inference attribute, probability attribute, and ground truth attribute tell SageMaker which columns in the data are the model predictions, the predicted probabilities, and the actual labels.</a:t>
            </a:r>
          </a:p>
        </p:txBody>
      </p:sp>
      <p:sp>
        <p:nvSpPr>
          <p:cNvPr id="4" name="Slide Number Placeholder 3">
            <a:extLst>
              <a:ext uri="{FF2B5EF4-FFF2-40B4-BE49-F238E27FC236}">
                <a16:creationId xmlns:a16="http://schemas.microsoft.com/office/drawing/2014/main" id="{80C1E4EC-5D15-CE25-CA53-3FC9CEECE7F2}"/>
              </a:ext>
            </a:extLst>
          </p:cNvPr>
          <p:cNvSpPr>
            <a:spLocks noGrp="1"/>
          </p:cNvSpPr>
          <p:nvPr>
            <p:ph type="sldNum" sz="quarter" idx="5"/>
          </p:nvPr>
        </p:nvSpPr>
        <p:spPr/>
        <p:txBody>
          <a:bodyPr/>
          <a:lstStyle/>
          <a:p>
            <a:fld id="{DEF75CB5-5666-5049-9AE0-38EFD385C21E}" type="slidenum">
              <a:rPr lang="en-US" smtClean="0"/>
              <a:t>4</a:t>
            </a:fld>
            <a:endParaRPr lang="en-US" dirty="0"/>
          </a:p>
        </p:txBody>
      </p:sp>
    </p:spTree>
    <p:extLst>
      <p:ext uri="{BB962C8B-B14F-4D97-AF65-F5344CB8AC3E}">
        <p14:creationId xmlns:p14="http://schemas.microsoft.com/office/powerpoint/2010/main" val="12132698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D08C10-70B7-F0F3-FF40-C1871EAB2ED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9F00AC-CF23-AC3A-E493-CAC365B7DA0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ECC72DD-B0DD-FD8D-866B-526B193AD2FC}"/>
              </a:ext>
            </a:extLst>
          </p:cNvPr>
          <p:cNvSpPr>
            <a:spLocks noGrp="1"/>
          </p:cNvSpPr>
          <p:nvPr>
            <p:ph type="body" idx="1"/>
          </p:nvPr>
        </p:nvSpPr>
        <p:spPr/>
        <p:txBody>
          <a:bodyPr/>
          <a:lstStyle/>
          <a:p>
            <a:pPr marL="285750" indent="-285750">
              <a:buFont typeface="Arial" panose="020B0604020202020204" pitchFamily="34" charset="0"/>
              <a:buChar char="•"/>
            </a:pPr>
            <a:r>
              <a:rPr lang="en-US" sz="18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By creating a SageMaker model quality monitor object, this  is used to run jobs the  establish baseline quality metrics for the model to  later monitor those metrics in production. This object configures the compute resources and permissions needed to run your model quality checks</a:t>
            </a:r>
          </a:p>
          <a:p>
            <a:pPr marL="285750" indent="-285750">
              <a:buFont typeface="Arial" panose="020B0604020202020204" pitchFamily="34" charset="0"/>
              <a:buChar char="•"/>
            </a:pPr>
            <a:r>
              <a:rPr lang="en-US" sz="18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Suggest baseline runs a "baselining job” by taking the </a:t>
            </a:r>
            <a:r>
              <a:rPr lang="en-US" sz="1800" b="0" i="0" dirty="0">
                <a:latin typeface="Times New Roman" panose="02020603050405020304" pitchFamily="18" charset="0"/>
                <a:cs typeface="Times New Roman" panose="02020603050405020304" pitchFamily="18" charset="0"/>
              </a:rPr>
              <a:t>training or validation dataset via the baseline URI and computes key quality metrics (like accuracy, precision, recall, F1/F2 score, etc.) for the model using the provided attributes.</a:t>
            </a:r>
          </a:p>
          <a:p>
            <a:pPr marL="285750" indent="-285750">
              <a:buFont typeface="Arial" panose="020B0604020202020204" pitchFamily="34" charset="0"/>
              <a:buChar char="•"/>
            </a:pPr>
            <a:r>
              <a:rPr lang="en-US" sz="1800" b="0" i="0" dirty="0">
                <a:latin typeface="Times New Roman" panose="02020603050405020304" pitchFamily="18" charset="0"/>
                <a:cs typeface="Times New Roman" panose="02020603050405020304" pitchFamily="18" charset="0"/>
              </a:rPr>
              <a:t>The problem type is set to "</a:t>
            </a:r>
            <a:r>
              <a:rPr lang="en-US" sz="1800" b="0" i="0" dirty="0" err="1">
                <a:latin typeface="Times New Roman" panose="02020603050405020304" pitchFamily="18" charset="0"/>
                <a:cs typeface="Times New Roman" panose="02020603050405020304" pitchFamily="18" charset="0"/>
              </a:rPr>
              <a:t>BinaryClassification</a:t>
            </a:r>
            <a:r>
              <a:rPr lang="en-US" sz="1800" b="0" i="0" dirty="0">
                <a:latin typeface="Times New Roman" panose="02020603050405020304" pitchFamily="18" charset="0"/>
                <a:cs typeface="Times New Roman" panose="02020603050405020304" pitchFamily="18" charset="0"/>
              </a:rPr>
              <a:t>", meaning the job expects a binary (two-class) classification problem.</a:t>
            </a:r>
          </a:p>
          <a:p>
            <a:pPr marL="285750" indent="-285750">
              <a:buFont typeface="Arial" panose="020B0604020202020204" pitchFamily="34" charset="0"/>
              <a:buChar char="•"/>
            </a:pPr>
            <a:r>
              <a:rPr lang="en-US" sz="1800" b="0" i="0" dirty="0">
                <a:latin typeface="Times New Roman" panose="02020603050405020304" pitchFamily="18" charset="0"/>
                <a:cs typeface="Times New Roman" panose="02020603050405020304" pitchFamily="18" charset="0"/>
              </a:rPr>
              <a:t>- The Inference attribute, probability attribute, and ground truth attribute tell SageMaker which columns in the data are the model predictions, the predicted probabilities, and the actual labels.</a:t>
            </a:r>
          </a:p>
        </p:txBody>
      </p:sp>
      <p:sp>
        <p:nvSpPr>
          <p:cNvPr id="4" name="Slide Number Placeholder 3">
            <a:extLst>
              <a:ext uri="{FF2B5EF4-FFF2-40B4-BE49-F238E27FC236}">
                <a16:creationId xmlns:a16="http://schemas.microsoft.com/office/drawing/2014/main" id="{C95738DE-08CD-5201-8FBB-2F2EB53E3DCF}"/>
              </a:ext>
            </a:extLst>
          </p:cNvPr>
          <p:cNvSpPr>
            <a:spLocks noGrp="1"/>
          </p:cNvSpPr>
          <p:nvPr>
            <p:ph type="sldNum" sz="quarter" idx="5"/>
          </p:nvPr>
        </p:nvSpPr>
        <p:spPr/>
        <p:txBody>
          <a:bodyPr/>
          <a:lstStyle/>
          <a:p>
            <a:fld id="{DEF75CB5-5666-5049-9AE0-38EFD385C21E}" type="slidenum">
              <a:rPr lang="en-US" smtClean="0"/>
              <a:t>5</a:t>
            </a:fld>
            <a:endParaRPr lang="en-US" dirty="0"/>
          </a:p>
        </p:txBody>
      </p:sp>
    </p:spTree>
    <p:extLst>
      <p:ext uri="{BB962C8B-B14F-4D97-AF65-F5344CB8AC3E}">
        <p14:creationId xmlns:p14="http://schemas.microsoft.com/office/powerpoint/2010/main" val="327475022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EF75CB5-5666-5049-9AE0-38EFD385C21E}" type="slidenum">
              <a:rPr lang="en-US" smtClean="0"/>
              <a:t>11</a:t>
            </a:fld>
            <a:endParaRPr lang="en-US" dirty="0"/>
          </a:p>
        </p:txBody>
      </p:sp>
    </p:spTree>
    <p:extLst>
      <p:ext uri="{BB962C8B-B14F-4D97-AF65-F5344CB8AC3E}">
        <p14:creationId xmlns:p14="http://schemas.microsoft.com/office/powerpoint/2010/main" val="93507299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deploying machine learning models in AWS, it’s crucial to proactively select and track metrics that directly support your project’s goals. This focus enables meaningful monitoring and ongoing optimization. </a:t>
            </a:r>
          </a:p>
          <a:p>
            <a:endParaRPr lang="en-US" dirty="0"/>
          </a:p>
          <a:p>
            <a:r>
              <a:rPr lang="en-US" dirty="0"/>
              <a:t>One critical aspect of monitoring is not only to see resource allocation or performance metrics but also evaluate whether or not your data is shifting. Data is never constant in Machine Learning, historical data used to train these models change over time and we have to constantly monitor if there are any  shifts in live data so we can address these issues promptly. </a:t>
            </a:r>
          </a:p>
        </p:txBody>
      </p:sp>
      <p:sp>
        <p:nvSpPr>
          <p:cNvPr id="4" name="Slide Number Placeholder 3"/>
          <p:cNvSpPr>
            <a:spLocks noGrp="1"/>
          </p:cNvSpPr>
          <p:nvPr>
            <p:ph type="sldNum" sz="quarter" idx="5"/>
          </p:nvPr>
        </p:nvSpPr>
        <p:spPr/>
        <p:txBody>
          <a:bodyPr/>
          <a:lstStyle/>
          <a:p>
            <a:fld id="{DEF75CB5-5666-5049-9AE0-38EFD385C21E}" type="slidenum">
              <a:rPr lang="en-US" smtClean="0"/>
              <a:t>12</a:t>
            </a:fld>
            <a:endParaRPr lang="en-US" dirty="0"/>
          </a:p>
        </p:txBody>
      </p:sp>
    </p:spTree>
    <p:extLst>
      <p:ext uri="{BB962C8B-B14F-4D97-AF65-F5344CB8AC3E}">
        <p14:creationId xmlns:p14="http://schemas.microsoft.com/office/powerpoint/2010/main" val="298252248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85750" indent="-285750">
              <a:buFont typeface="Arial" panose="020B0604020202020204" pitchFamily="34" charset="0"/>
              <a:buChar char="•"/>
            </a:pPr>
            <a:r>
              <a:rPr lang="en-US" sz="18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By creating a SageMaker model quality monitor object, this  is used to run jobs the  establish baseline quality metrics for the model to  later monitor those metrics in production. This object configures the compute resources and permissions needed to run your model quality checks</a:t>
            </a:r>
          </a:p>
          <a:p>
            <a:pPr marL="285750" indent="-285750">
              <a:buFont typeface="Arial" panose="020B0604020202020204" pitchFamily="34" charset="0"/>
              <a:buChar char="•"/>
            </a:pPr>
            <a:r>
              <a:rPr lang="en-US" sz="18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Suggest baseline runs a "baselining job” by taking the </a:t>
            </a:r>
            <a:r>
              <a:rPr lang="en-US" sz="1800" b="0" i="0" dirty="0">
                <a:latin typeface="Times New Roman" panose="02020603050405020304" pitchFamily="18" charset="0"/>
                <a:cs typeface="Times New Roman" panose="02020603050405020304" pitchFamily="18" charset="0"/>
              </a:rPr>
              <a:t>training or validation dataset via the baseline URI and computes key quality metrics (like accuracy, precision, recall, F1/F2 score, etc.) for the model using the provided attributes.</a:t>
            </a:r>
          </a:p>
          <a:p>
            <a:pPr marL="285750" indent="-285750">
              <a:buFont typeface="Arial" panose="020B0604020202020204" pitchFamily="34" charset="0"/>
              <a:buChar char="•"/>
            </a:pPr>
            <a:r>
              <a:rPr lang="en-US" sz="1800" b="0" i="0" dirty="0">
                <a:latin typeface="Times New Roman" panose="02020603050405020304" pitchFamily="18" charset="0"/>
                <a:cs typeface="Times New Roman" panose="02020603050405020304" pitchFamily="18" charset="0"/>
              </a:rPr>
              <a:t>The problem type is set to "</a:t>
            </a:r>
            <a:r>
              <a:rPr lang="en-US" sz="1800" b="0" i="0" dirty="0" err="1">
                <a:latin typeface="Times New Roman" panose="02020603050405020304" pitchFamily="18" charset="0"/>
                <a:cs typeface="Times New Roman" panose="02020603050405020304" pitchFamily="18" charset="0"/>
              </a:rPr>
              <a:t>BinaryClassification</a:t>
            </a:r>
            <a:r>
              <a:rPr lang="en-US" sz="1800" b="0" i="0" dirty="0">
                <a:latin typeface="Times New Roman" panose="02020603050405020304" pitchFamily="18" charset="0"/>
                <a:cs typeface="Times New Roman" panose="02020603050405020304" pitchFamily="18" charset="0"/>
              </a:rPr>
              <a:t>", meaning the job expects a binary (two-class) classification problem.</a:t>
            </a:r>
          </a:p>
          <a:p>
            <a:pPr marL="285750" indent="-285750">
              <a:buFont typeface="Arial" panose="020B0604020202020204" pitchFamily="34" charset="0"/>
              <a:buChar char="•"/>
            </a:pPr>
            <a:r>
              <a:rPr lang="en-US" sz="1800" b="0" i="0" dirty="0">
                <a:latin typeface="Times New Roman" panose="02020603050405020304" pitchFamily="18" charset="0"/>
                <a:cs typeface="Times New Roman" panose="02020603050405020304" pitchFamily="18" charset="0"/>
              </a:rPr>
              <a:t>- The Inference attribute, probability attribute, and ground truth attribute tell SageMaker which columns in the data are the model predictions, the predicted probabilities, and the actual labels.</a:t>
            </a:r>
          </a:p>
        </p:txBody>
      </p:sp>
      <p:sp>
        <p:nvSpPr>
          <p:cNvPr id="4" name="Slide Number Placeholder 3"/>
          <p:cNvSpPr>
            <a:spLocks noGrp="1"/>
          </p:cNvSpPr>
          <p:nvPr>
            <p:ph type="sldNum" sz="quarter" idx="5"/>
          </p:nvPr>
        </p:nvSpPr>
        <p:spPr/>
        <p:txBody>
          <a:bodyPr/>
          <a:lstStyle/>
          <a:p>
            <a:fld id="{DEF75CB5-5666-5049-9AE0-38EFD385C21E}" type="slidenum">
              <a:rPr lang="en-US" smtClean="0"/>
              <a:t>13</a:t>
            </a:fld>
            <a:endParaRPr lang="en-US" dirty="0"/>
          </a:p>
        </p:txBody>
      </p:sp>
    </p:spTree>
    <p:extLst>
      <p:ext uri="{BB962C8B-B14F-4D97-AF65-F5344CB8AC3E}">
        <p14:creationId xmlns:p14="http://schemas.microsoft.com/office/powerpoint/2010/main" val="249302908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the Results we can see how each metric is compared to their corresponding threshold and described by the comparison operator column</a:t>
            </a:r>
          </a:p>
        </p:txBody>
      </p:sp>
      <p:sp>
        <p:nvSpPr>
          <p:cNvPr id="4" name="Slide Number Placeholder 3"/>
          <p:cNvSpPr>
            <a:spLocks noGrp="1"/>
          </p:cNvSpPr>
          <p:nvPr>
            <p:ph type="sldNum" sz="quarter" idx="5"/>
          </p:nvPr>
        </p:nvSpPr>
        <p:spPr/>
        <p:txBody>
          <a:bodyPr/>
          <a:lstStyle/>
          <a:p>
            <a:fld id="{DEF75CB5-5666-5049-9AE0-38EFD385C21E}" type="slidenum">
              <a:rPr lang="en-US" smtClean="0"/>
              <a:t>14</a:t>
            </a:fld>
            <a:endParaRPr lang="en-US" dirty="0"/>
          </a:p>
        </p:txBody>
      </p:sp>
    </p:spTree>
    <p:extLst>
      <p:ext uri="{BB962C8B-B14F-4D97-AF65-F5344CB8AC3E}">
        <p14:creationId xmlns:p14="http://schemas.microsoft.com/office/powerpoint/2010/main" val="154775553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dirty="0">
                <a:solidFill>
                  <a:schemeClr val="tx1"/>
                </a:solidFill>
                <a:effectLst/>
                <a:latin typeface="+mn-lt"/>
                <a:ea typeface="+mn-ea"/>
                <a:cs typeface="+mn-cs"/>
              </a:rPr>
              <a:t>In practice, we can create custom dashboards and deploy them to Amazon CloudWatch to monitor key model metrics in real time. As demonstrated in the code above, we have the flexibility to define drift thresholds for metrics such as accuracy. Whenever a monitored metric falls below its threshold, CloudWatch triggers an alert. </a:t>
            </a:r>
          </a:p>
          <a:p>
            <a:endParaRPr lang="en-US" sz="1200" b="0" i="0" u="none" strike="noStrike" kern="1200" dirty="0">
              <a:solidFill>
                <a:schemeClr val="tx1"/>
              </a:solidFill>
              <a:effectLst/>
              <a:latin typeface="+mn-lt"/>
              <a:ea typeface="+mn-ea"/>
              <a:cs typeface="+mn-cs"/>
            </a:endParaRPr>
          </a:p>
          <a:p>
            <a:r>
              <a:rPr lang="en-US" sz="1200" b="0" i="0" u="none" strike="noStrike" kern="1200" dirty="0">
                <a:solidFill>
                  <a:schemeClr val="tx1"/>
                </a:solidFill>
                <a:effectLst/>
                <a:latin typeface="+mn-lt"/>
                <a:ea typeface="+mn-ea"/>
                <a:cs typeface="+mn-cs"/>
              </a:rPr>
              <a:t>These alerts can be fully customized by selecting the appropriate metric, setting the evaluation period, and specifying other criteria, enabling proactive monitoring and rapid response to changes in model performance.</a:t>
            </a:r>
            <a:endParaRPr lang="en-US" dirty="0"/>
          </a:p>
        </p:txBody>
      </p:sp>
      <p:sp>
        <p:nvSpPr>
          <p:cNvPr id="4" name="Slide Number Placeholder 3"/>
          <p:cNvSpPr>
            <a:spLocks noGrp="1"/>
          </p:cNvSpPr>
          <p:nvPr>
            <p:ph type="sldNum" sz="quarter" idx="5"/>
          </p:nvPr>
        </p:nvSpPr>
        <p:spPr/>
        <p:txBody>
          <a:bodyPr/>
          <a:lstStyle/>
          <a:p>
            <a:fld id="{DEF75CB5-5666-5049-9AE0-38EFD385C21E}" type="slidenum">
              <a:rPr lang="en-US" smtClean="0"/>
              <a:t>15</a:t>
            </a:fld>
            <a:endParaRPr lang="en-US" dirty="0"/>
          </a:p>
        </p:txBody>
      </p:sp>
    </p:spTree>
    <p:extLst>
      <p:ext uri="{BB962C8B-B14F-4D97-AF65-F5344CB8AC3E}">
        <p14:creationId xmlns:p14="http://schemas.microsoft.com/office/powerpoint/2010/main" val="104577423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dirty="0">
                <a:solidFill>
                  <a:schemeClr val="tx1"/>
                </a:solidFill>
                <a:effectLst/>
                <a:latin typeface="+mn-lt"/>
                <a:ea typeface="+mn-ea"/>
                <a:cs typeface="+mn-cs"/>
              </a:rPr>
              <a:t>Similarly, we can create CloudWatch alarms to monitor key resource performance metrics such as CPU utilization, latency, endpoint invocations, and server-side errors. By actively tracking these metrics, we can better manage physical resources and ensure that our endpoints consistently deliver reliable results to end users. </a:t>
            </a:r>
          </a:p>
          <a:p>
            <a:endParaRPr lang="en-US" sz="1200" b="0" i="0" u="none" strike="noStrike" kern="1200" dirty="0">
              <a:solidFill>
                <a:schemeClr val="tx1"/>
              </a:solidFill>
              <a:effectLst/>
              <a:latin typeface="+mn-lt"/>
              <a:ea typeface="+mn-ea"/>
              <a:cs typeface="+mn-cs"/>
            </a:endParaRPr>
          </a:p>
          <a:p>
            <a:r>
              <a:rPr lang="en-US" sz="1200" b="0" i="0" u="none" strike="noStrike" kern="1200" dirty="0">
                <a:solidFill>
                  <a:schemeClr val="tx1"/>
                </a:solidFill>
                <a:effectLst/>
                <a:latin typeface="+mn-lt"/>
                <a:ea typeface="+mn-ea"/>
                <a:cs typeface="+mn-cs"/>
              </a:rPr>
              <a:t>In a business context, minimizing operational costs is essential for maximizing profit. Proactive monitoring enables us to respond quickly to performance issues, maintain high model quality, and optimize operations throughout deployment and production.</a:t>
            </a:r>
            <a:endParaRPr lang="en-US" dirty="0"/>
          </a:p>
        </p:txBody>
      </p:sp>
      <p:sp>
        <p:nvSpPr>
          <p:cNvPr id="4" name="Slide Number Placeholder 3"/>
          <p:cNvSpPr>
            <a:spLocks noGrp="1"/>
          </p:cNvSpPr>
          <p:nvPr>
            <p:ph type="sldNum" sz="quarter" idx="5"/>
          </p:nvPr>
        </p:nvSpPr>
        <p:spPr/>
        <p:txBody>
          <a:bodyPr/>
          <a:lstStyle/>
          <a:p>
            <a:fld id="{DEF75CB5-5666-5049-9AE0-38EFD385C21E}" type="slidenum">
              <a:rPr lang="en-US" smtClean="0"/>
              <a:t>16</a:t>
            </a:fld>
            <a:endParaRPr lang="en-US" dirty="0"/>
          </a:p>
        </p:txBody>
      </p:sp>
    </p:spTree>
    <p:extLst>
      <p:ext uri="{BB962C8B-B14F-4D97-AF65-F5344CB8AC3E}">
        <p14:creationId xmlns:p14="http://schemas.microsoft.com/office/powerpoint/2010/main" val="148359329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Dashboard we can monitor  our CPU utilization, Our Accuracy and F2 performance metrics. We can also see our preset threshold to monitor fluctuation below this marker and then alert us. </a:t>
            </a:r>
          </a:p>
        </p:txBody>
      </p:sp>
      <p:sp>
        <p:nvSpPr>
          <p:cNvPr id="4" name="Slide Number Placeholder 3"/>
          <p:cNvSpPr>
            <a:spLocks noGrp="1"/>
          </p:cNvSpPr>
          <p:nvPr>
            <p:ph type="sldNum" sz="quarter" idx="5"/>
          </p:nvPr>
        </p:nvSpPr>
        <p:spPr/>
        <p:txBody>
          <a:bodyPr/>
          <a:lstStyle/>
          <a:p>
            <a:fld id="{DEF75CB5-5666-5049-9AE0-38EFD385C21E}" type="slidenum">
              <a:rPr lang="en-US" smtClean="0"/>
              <a:t>17</a:t>
            </a:fld>
            <a:endParaRPr lang="en-US" dirty="0"/>
          </a:p>
        </p:txBody>
      </p:sp>
    </p:spTree>
    <p:extLst>
      <p:ext uri="{BB962C8B-B14F-4D97-AF65-F5344CB8AC3E}">
        <p14:creationId xmlns:p14="http://schemas.microsoft.com/office/powerpoint/2010/main" val="191341344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this Dashboard we can see more detail about our model such as Endpoint Invocations and Invocation Errors due to Server, Latency which is the time it takes for our model to make inferences, Overhead Latency and  persistence the total number of invocations handled by each instance behind your endpoint.</a:t>
            </a:r>
          </a:p>
          <a:p>
            <a:endParaRPr lang="en-US" dirty="0"/>
          </a:p>
          <a:p>
            <a:r>
              <a:rPr lang="en-US" sz="1200" b="0" i="0" u="none" strike="noStrike" kern="1200" dirty="0">
                <a:solidFill>
                  <a:schemeClr val="tx1"/>
                </a:solidFill>
                <a:effectLst/>
                <a:latin typeface="+mn-lt"/>
                <a:ea typeface="+mn-ea"/>
                <a:cs typeface="+mn-cs"/>
              </a:rPr>
              <a:t>By leveraging live monitors and dashboards, we can transform complex numerical outputs from our models into intuitive visualizations, enabling a deeper understanding of real-time model performance. This proactive monitoring empowers us to identify and address issues early, before they escalate into reputational or financial problems.</a:t>
            </a:r>
            <a:endParaRPr lang="en-US" dirty="0"/>
          </a:p>
          <a:p>
            <a:endParaRPr lang="en-US" dirty="0"/>
          </a:p>
          <a:p>
            <a:r>
              <a:rPr lang="en-US" dirty="0"/>
              <a:t>Thank you</a:t>
            </a:r>
          </a:p>
          <a:p>
            <a:endParaRPr lang="en-US" dirty="0"/>
          </a:p>
          <a:p>
            <a:r>
              <a:rPr lang="en-US" dirty="0"/>
              <a:t>Now I will let  Andrew take it from here and talk about model deployment and </a:t>
            </a:r>
            <a:r>
              <a:rPr lang="en-US" dirty="0" err="1"/>
              <a:t>Mlops</a:t>
            </a:r>
            <a:r>
              <a:rPr lang="en-US" dirty="0"/>
              <a:t> pipelines. </a:t>
            </a:r>
          </a:p>
          <a:p>
            <a:br>
              <a:rPr lang="en-US" dirty="0"/>
            </a:br>
            <a:endParaRPr lang="en-US" dirty="0"/>
          </a:p>
        </p:txBody>
      </p:sp>
      <p:sp>
        <p:nvSpPr>
          <p:cNvPr id="4" name="Slide Number Placeholder 3"/>
          <p:cNvSpPr>
            <a:spLocks noGrp="1"/>
          </p:cNvSpPr>
          <p:nvPr>
            <p:ph type="sldNum" sz="quarter" idx="5"/>
          </p:nvPr>
        </p:nvSpPr>
        <p:spPr/>
        <p:txBody>
          <a:bodyPr/>
          <a:lstStyle/>
          <a:p>
            <a:fld id="{DEF75CB5-5666-5049-9AE0-38EFD385C21E}" type="slidenum">
              <a:rPr lang="en-US" smtClean="0"/>
              <a:t>18</a:t>
            </a:fld>
            <a:endParaRPr lang="en-US" dirty="0"/>
          </a:p>
        </p:txBody>
      </p:sp>
    </p:spTree>
    <p:extLst>
      <p:ext uri="{BB962C8B-B14F-4D97-AF65-F5344CB8AC3E}">
        <p14:creationId xmlns:p14="http://schemas.microsoft.com/office/powerpoint/2010/main" val="42535628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and Subtitle">
    <p:bg>
      <p:bgPr>
        <a:gradFill>
          <a:gsLst>
            <a:gs pos="93000">
              <a:schemeClr val="tx2"/>
            </a:gs>
            <a:gs pos="81000">
              <a:schemeClr val="accent6">
                <a:lumMod val="50000"/>
              </a:schemeClr>
            </a:gs>
            <a:gs pos="27000">
              <a:schemeClr val="tx1"/>
            </a:gs>
            <a:gs pos="8000">
              <a:schemeClr val="accent4">
                <a:lumMod val="75000"/>
              </a:schemeClr>
            </a:gs>
            <a:gs pos="0">
              <a:schemeClr val="accent4"/>
            </a:gs>
            <a:gs pos="99000">
              <a:schemeClr val="tx2">
                <a:lumMod val="40000"/>
                <a:lumOff val="60000"/>
              </a:schemeClr>
            </a:gs>
          </a:gsLst>
          <a:lin ang="12600000" scaled="0"/>
        </a:gra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1BA6450-E291-DC40-F198-C02B485137B0}"/>
              </a:ext>
              <a:ext uri="{C183D7F6-B498-43B3-948B-1728B52AA6E4}">
                <adec:decorative xmlns:adec="http://schemas.microsoft.com/office/drawing/2017/decorative" val="1"/>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3" y="1"/>
            <a:ext cx="12192003" cy="6857999"/>
          </a:xfrm>
          <a:prstGeom prst="rect">
            <a:avLst/>
          </a:prstGeom>
        </p:spPr>
      </p:pic>
      <p:sp>
        <p:nvSpPr>
          <p:cNvPr id="2" name="Title 1">
            <a:extLst>
              <a:ext uri="{FF2B5EF4-FFF2-40B4-BE49-F238E27FC236}">
                <a16:creationId xmlns:a16="http://schemas.microsoft.com/office/drawing/2014/main" id="{3A462FF1-D97D-8505-FE7F-8B2DB411A8B1}"/>
              </a:ext>
            </a:extLst>
          </p:cNvPr>
          <p:cNvSpPr>
            <a:spLocks noGrp="1"/>
          </p:cNvSpPr>
          <p:nvPr>
            <p:ph type="title" hasCustomPrompt="1"/>
          </p:nvPr>
        </p:nvSpPr>
        <p:spPr>
          <a:xfrm>
            <a:off x="0" y="304799"/>
            <a:ext cx="12191998" cy="3215641"/>
          </a:xfrm>
        </p:spPr>
        <p:txBody>
          <a:bodyPr lIns="0" rIns="0" bIns="0" anchor="b" anchorCtr="0">
            <a:noAutofit/>
          </a:bodyPr>
          <a:lstStyle>
            <a:lvl1pPr algn="ctr">
              <a:defRPr sz="6000" kern="1200" cap="all" spc="300" baseline="0">
                <a:solidFill>
                  <a:schemeClr val="accent3">
                    <a:lumMod val="75000"/>
                  </a:schemeClr>
                </a:solidFill>
              </a:defRPr>
            </a:lvl1pPr>
          </a:lstStyle>
          <a:p>
            <a:r>
              <a:rPr lang="en-US" dirty="0"/>
              <a:t>Click to add title</a:t>
            </a:r>
          </a:p>
        </p:txBody>
      </p:sp>
      <p:sp>
        <p:nvSpPr>
          <p:cNvPr id="12" name="Subtitle 2">
            <a:extLst>
              <a:ext uri="{FF2B5EF4-FFF2-40B4-BE49-F238E27FC236}">
                <a16:creationId xmlns:a16="http://schemas.microsoft.com/office/drawing/2014/main" id="{58B9CAE2-F3DD-D6D3-96C8-D947A4117752}"/>
              </a:ext>
            </a:extLst>
          </p:cNvPr>
          <p:cNvSpPr>
            <a:spLocks noGrp="1"/>
          </p:cNvSpPr>
          <p:nvPr>
            <p:ph type="subTitle" idx="1" hasCustomPrompt="1"/>
          </p:nvPr>
        </p:nvSpPr>
        <p:spPr>
          <a:xfrm>
            <a:off x="3" y="3670628"/>
            <a:ext cx="12191997" cy="2577772"/>
          </a:xfrm>
        </p:spPr>
        <p:txBody>
          <a:bodyPr>
            <a:noAutofit/>
          </a:bodyPr>
          <a:lstStyle>
            <a:lvl1pPr marL="0" indent="0" algn="ctr">
              <a:buNone/>
              <a:defRPr sz="3200" b="0" i="0" cap="all" spc="600" baseline="0">
                <a:solidFill>
                  <a:schemeClr val="accent3"/>
                </a:solidFill>
                <a:latin typeface="+mj-lt"/>
                <a:cs typeface="Biome Light" panose="020B03030302040208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Tree>
    <p:extLst>
      <p:ext uri="{BB962C8B-B14F-4D97-AF65-F5344CB8AC3E}">
        <p14:creationId xmlns:p14="http://schemas.microsoft.com/office/powerpoint/2010/main" val="4119321558"/>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Only">
    <p:bg>
      <p:bgPr>
        <a:gradFill>
          <a:gsLst>
            <a:gs pos="93000">
              <a:schemeClr val="tx2"/>
            </a:gs>
            <a:gs pos="81000">
              <a:schemeClr val="accent6">
                <a:lumMod val="50000"/>
              </a:schemeClr>
            </a:gs>
            <a:gs pos="27000">
              <a:schemeClr val="tx1"/>
            </a:gs>
            <a:gs pos="8000">
              <a:schemeClr val="accent4">
                <a:lumMod val="75000"/>
              </a:schemeClr>
            </a:gs>
            <a:gs pos="0">
              <a:schemeClr val="accent4"/>
            </a:gs>
            <a:gs pos="99000">
              <a:schemeClr val="tx2">
                <a:lumMod val="40000"/>
                <a:lumOff val="60000"/>
              </a:schemeClr>
            </a:gs>
          </a:gsLst>
          <a:lin ang="12600000" scaled="0"/>
        </a:gra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1BA6450-E291-DC40-F198-C02B485137B0}"/>
              </a:ext>
              <a:ext uri="{C183D7F6-B498-43B3-948B-1728B52AA6E4}">
                <adec:decorative xmlns:adec="http://schemas.microsoft.com/office/drawing/2017/decorative" val="1"/>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3" y="1"/>
            <a:ext cx="12192003" cy="6857999"/>
          </a:xfrm>
          <a:prstGeom prst="rect">
            <a:avLst/>
          </a:prstGeom>
        </p:spPr>
      </p:pic>
      <p:sp>
        <p:nvSpPr>
          <p:cNvPr id="2" name="Title 1">
            <a:extLst>
              <a:ext uri="{FF2B5EF4-FFF2-40B4-BE49-F238E27FC236}">
                <a16:creationId xmlns:a16="http://schemas.microsoft.com/office/drawing/2014/main" id="{3A462FF1-D97D-8505-FE7F-8B2DB411A8B1}"/>
              </a:ext>
            </a:extLst>
          </p:cNvPr>
          <p:cNvSpPr>
            <a:spLocks noGrp="1"/>
          </p:cNvSpPr>
          <p:nvPr>
            <p:ph type="title" hasCustomPrompt="1"/>
          </p:nvPr>
        </p:nvSpPr>
        <p:spPr>
          <a:xfrm>
            <a:off x="3" y="1821180"/>
            <a:ext cx="12191994" cy="3215641"/>
          </a:xfrm>
        </p:spPr>
        <p:txBody>
          <a:bodyPr lIns="0" rIns="0" bIns="0" anchor="ctr" anchorCtr="0">
            <a:noAutofit/>
          </a:bodyPr>
          <a:lstStyle>
            <a:lvl1pPr algn="ctr">
              <a:defRPr sz="6000" kern="1200" cap="all" spc="300" baseline="0">
                <a:solidFill>
                  <a:schemeClr val="accent3">
                    <a:lumMod val="75000"/>
                  </a:schemeClr>
                </a:solidFill>
              </a:defRPr>
            </a:lvl1pPr>
          </a:lstStyle>
          <a:p>
            <a:r>
              <a:rPr lang="en-US" dirty="0"/>
              <a:t>Click to add title</a:t>
            </a:r>
          </a:p>
        </p:txBody>
      </p:sp>
    </p:spTree>
    <p:extLst>
      <p:ext uri="{BB962C8B-B14F-4D97-AF65-F5344CB8AC3E}">
        <p14:creationId xmlns:p14="http://schemas.microsoft.com/office/powerpoint/2010/main" val="1635045103"/>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3">
    <p:bg>
      <p:bgPr>
        <a:gradFill>
          <a:gsLst>
            <a:gs pos="100000">
              <a:schemeClr val="tx2"/>
            </a:gs>
            <a:gs pos="81000">
              <a:schemeClr val="accent6"/>
            </a:gs>
            <a:gs pos="31000">
              <a:srgbClr val="02090E"/>
            </a:gs>
            <a:gs pos="14000">
              <a:schemeClr val="accent4">
                <a:lumMod val="75000"/>
              </a:schemeClr>
            </a:gs>
            <a:gs pos="0">
              <a:schemeClr val="accent4"/>
            </a:gs>
          </a:gsLst>
          <a:lin ang="7800000" scaled="0"/>
        </a:gradFill>
        <a:effectLst/>
      </p:bgPr>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9A084D09-1B2D-4EE2-82A7-83196133B801}"/>
              </a:ext>
              <a:ext uri="{C183D7F6-B498-43B3-948B-1728B52AA6E4}">
                <adec:decorative xmlns:adec="http://schemas.microsoft.com/office/drawing/2017/decorative" val="1"/>
              </a:ext>
            </a:extLst>
          </p:cNvPr>
          <p:cNvGrpSpPr/>
          <p:nvPr userDrawn="1"/>
        </p:nvGrpSpPr>
        <p:grpSpPr>
          <a:xfrm>
            <a:off x="0" y="-6350"/>
            <a:ext cx="12185769" cy="6864350"/>
            <a:chOff x="0" y="-6350"/>
            <a:chExt cx="12185769" cy="6864350"/>
          </a:xfrm>
        </p:grpSpPr>
        <p:sp>
          <p:nvSpPr>
            <p:cNvPr id="4" name="Rectangle 3">
              <a:extLst>
                <a:ext uri="{FF2B5EF4-FFF2-40B4-BE49-F238E27FC236}">
                  <a16:creationId xmlns:a16="http://schemas.microsoft.com/office/drawing/2014/main" id="{53860AA6-1B14-DF89-B725-CC444E502028}"/>
                </a:ext>
                <a:ext uri="{C183D7F6-B498-43B3-948B-1728B52AA6E4}">
                  <adec:decorative xmlns:adec="http://schemas.microsoft.com/office/drawing/2017/decorative" val="1"/>
                </a:ext>
              </a:extLst>
            </p:cNvPr>
            <p:cNvSpPr/>
            <p:nvPr/>
          </p:nvSpPr>
          <p:spPr>
            <a:xfrm>
              <a:off x="0" y="-6350"/>
              <a:ext cx="6160393" cy="6864350"/>
            </a:xfrm>
            <a:prstGeom prst="rect">
              <a:avLst/>
            </a:prstGeom>
            <a:solidFill>
              <a:schemeClr val="tx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pic>
          <p:nvPicPr>
            <p:cNvPr id="6" name="Content Placeholder 14">
              <a:extLst>
                <a:ext uri="{FF2B5EF4-FFF2-40B4-BE49-F238E27FC236}">
                  <a16:creationId xmlns:a16="http://schemas.microsoft.com/office/drawing/2014/main" id="{D172E570-D67F-4980-88C2-CF6560C1C193}"/>
                </a:ext>
                <a:ext uri="{C183D7F6-B498-43B3-948B-1728B52AA6E4}">
                  <adec:decorative xmlns:adec="http://schemas.microsoft.com/office/drawing/2017/decorative" val="1"/>
                </a:ext>
              </a:extLst>
            </p:cNvPr>
            <p:cNvPicPr>
              <a:picLocks noChangeAspect="1"/>
            </p:cNvPicPr>
            <p:nvPr/>
          </p:nvPicPr>
          <p:blipFill rotWithShape="1">
            <a:blip r:embed="rId2" cstate="screen">
              <a:alphaModFix/>
              <a:extLst>
                <a:ext uri="{28A0092B-C50C-407E-A947-70E740481C1C}">
                  <a14:useLocalDpi xmlns:a14="http://schemas.microsoft.com/office/drawing/2010/main"/>
                </a:ext>
              </a:extLst>
            </a:blip>
            <a:srcRect/>
            <a:stretch/>
          </p:blipFill>
          <p:spPr>
            <a:xfrm rot="5400000">
              <a:off x="5750267" y="410125"/>
              <a:ext cx="6845628" cy="6025377"/>
            </a:xfrm>
            <a:prstGeom prst="rect">
              <a:avLst/>
            </a:prstGeom>
          </p:spPr>
        </p:pic>
        <p:grpSp>
          <p:nvGrpSpPr>
            <p:cNvPr id="7" name="Group 6">
              <a:extLst>
                <a:ext uri="{FF2B5EF4-FFF2-40B4-BE49-F238E27FC236}">
                  <a16:creationId xmlns:a16="http://schemas.microsoft.com/office/drawing/2014/main" id="{AF90BF68-CF26-6705-CBFD-428BEB787EDB}"/>
                </a:ext>
              </a:extLst>
            </p:cNvPr>
            <p:cNvGrpSpPr/>
            <p:nvPr/>
          </p:nvGrpSpPr>
          <p:grpSpPr>
            <a:xfrm rot="10800000">
              <a:off x="5304704" y="259572"/>
              <a:ext cx="584267" cy="390181"/>
              <a:chOff x="1876516" y="596691"/>
              <a:chExt cx="584267" cy="390181"/>
            </a:xfrm>
          </p:grpSpPr>
          <p:sp>
            <p:nvSpPr>
              <p:cNvPr id="8" name="Oval 7">
                <a:extLst>
                  <a:ext uri="{FF2B5EF4-FFF2-40B4-BE49-F238E27FC236}">
                    <a16:creationId xmlns:a16="http://schemas.microsoft.com/office/drawing/2014/main" id="{1066F635-8DB9-B091-8467-D8F0327217F4}"/>
                  </a:ext>
                  <a:ext uri="{C183D7F6-B498-43B3-948B-1728B52AA6E4}">
                    <adec:decorative xmlns:adec="http://schemas.microsoft.com/office/drawing/2017/decorative" val="1"/>
                  </a:ext>
                </a:extLst>
              </p:cNvPr>
              <p:cNvSpPr/>
              <p:nvPr/>
            </p:nvSpPr>
            <p:spPr>
              <a:xfrm>
                <a:off x="1876516" y="842493"/>
                <a:ext cx="144379" cy="144379"/>
              </a:xfrm>
              <a:prstGeom prst="ellipse">
                <a:avLst/>
              </a:prstGeom>
              <a:noFill/>
              <a:ln>
                <a:solidFill>
                  <a:schemeClr val="accent4">
                    <a:lumMod val="60000"/>
                    <a:lumOff val="40000"/>
                    <a:alpha val="49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9" name="Graphic 12">
                <a:extLst>
                  <a:ext uri="{FF2B5EF4-FFF2-40B4-BE49-F238E27FC236}">
                    <a16:creationId xmlns:a16="http://schemas.microsoft.com/office/drawing/2014/main" id="{882D2FD3-A05B-400C-6347-115486FFD943}"/>
                  </a:ext>
                  <a:ext uri="{C183D7F6-B498-43B3-948B-1728B52AA6E4}">
                    <adec:decorative xmlns:adec="http://schemas.microsoft.com/office/drawing/2017/decorative" val="1"/>
                  </a:ext>
                </a:extLst>
              </p:cNvPr>
              <p:cNvSpPr/>
              <p:nvPr/>
            </p:nvSpPr>
            <p:spPr>
              <a:xfrm>
                <a:off x="2360199" y="596691"/>
                <a:ext cx="100584" cy="100584"/>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4">
                  <a:lumMod val="60000"/>
                  <a:lumOff val="40000"/>
                  <a:alpha val="49071"/>
                </a:schemeClr>
              </a:solidFill>
              <a:ln w="422" cap="flat">
                <a:noFill/>
                <a:prstDash val="solid"/>
                <a:miter/>
              </a:ln>
            </p:spPr>
            <p:txBody>
              <a:bodyPr rtlCol="0" anchor="ctr">
                <a:noAutofit/>
              </a:bodyPr>
              <a:lstStyle/>
              <a:p>
                <a:endParaRPr lang="en-US" dirty="0"/>
              </a:p>
            </p:txBody>
          </p:sp>
        </p:grpSp>
      </p:grpSp>
      <p:sp>
        <p:nvSpPr>
          <p:cNvPr id="2" name="Title 1">
            <a:extLst>
              <a:ext uri="{FF2B5EF4-FFF2-40B4-BE49-F238E27FC236}">
                <a16:creationId xmlns:a16="http://schemas.microsoft.com/office/drawing/2014/main" id="{960459F4-C5B9-4070-46D1-2E7DA3EFBFC9}"/>
              </a:ext>
            </a:extLst>
          </p:cNvPr>
          <p:cNvSpPr>
            <a:spLocks noGrp="1"/>
          </p:cNvSpPr>
          <p:nvPr>
            <p:ph type="title"/>
          </p:nvPr>
        </p:nvSpPr>
        <p:spPr>
          <a:xfrm>
            <a:off x="838201" y="365125"/>
            <a:ext cx="4466502" cy="1936866"/>
          </a:xfrm>
        </p:spPr>
        <p:txBody>
          <a:bodyPr anchor="b"/>
          <a:lstStyle>
            <a:lvl1pPr>
              <a:defRPr sz="3200" cap="all" baseline="0">
                <a:solidFill>
                  <a:schemeClr val="accent3">
                    <a:lumMod val="75000"/>
                  </a:schemeClr>
                </a:solidFill>
              </a:defRPr>
            </a:lvl1pPr>
          </a:lstStyle>
          <a:p>
            <a:r>
              <a:rPr lang="en-US" dirty="0"/>
              <a:t>Click to edit Master title style</a:t>
            </a:r>
          </a:p>
        </p:txBody>
      </p:sp>
      <p:cxnSp>
        <p:nvCxnSpPr>
          <p:cNvPr id="5" name="Straight Connector 4">
            <a:extLst>
              <a:ext uri="{FF2B5EF4-FFF2-40B4-BE49-F238E27FC236}">
                <a16:creationId xmlns:a16="http://schemas.microsoft.com/office/drawing/2014/main" id="{34F613B1-323C-4C25-4526-1D3313A7161D}"/>
              </a:ext>
              <a:ext uri="{C183D7F6-B498-43B3-948B-1728B52AA6E4}">
                <adec:decorative xmlns:adec="http://schemas.microsoft.com/office/drawing/2017/decorative" val="1"/>
              </a:ext>
            </a:extLst>
          </p:cNvPr>
          <p:cNvCxnSpPr>
            <a:cxnSpLocks/>
          </p:cNvCxnSpPr>
          <p:nvPr userDrawn="1"/>
        </p:nvCxnSpPr>
        <p:spPr>
          <a:xfrm>
            <a:off x="835831" y="2620500"/>
            <a:ext cx="4471665" cy="0"/>
          </a:xfrm>
          <a:prstGeom prst="line">
            <a:avLst/>
          </a:prstGeom>
          <a:ln w="25400">
            <a:gradFill>
              <a:gsLst>
                <a:gs pos="0">
                  <a:schemeClr val="accent4">
                    <a:lumMod val="50000"/>
                  </a:schemeClr>
                </a:gs>
                <a:gs pos="100000">
                  <a:schemeClr val="accent6"/>
                </a:gs>
              </a:gsLst>
              <a:lin ang="10800000" scaled="0"/>
            </a:gradFill>
          </a:ln>
        </p:spPr>
        <p:style>
          <a:lnRef idx="1">
            <a:schemeClr val="accent1"/>
          </a:lnRef>
          <a:fillRef idx="0">
            <a:schemeClr val="accent1"/>
          </a:fillRef>
          <a:effectRef idx="0">
            <a:schemeClr val="accent1"/>
          </a:effectRef>
          <a:fontRef idx="minor">
            <a:schemeClr val="tx1"/>
          </a:fontRef>
        </p:style>
      </p:cxnSp>
      <p:sp>
        <p:nvSpPr>
          <p:cNvPr id="13" name="Content Placeholder 12">
            <a:extLst>
              <a:ext uri="{FF2B5EF4-FFF2-40B4-BE49-F238E27FC236}">
                <a16:creationId xmlns:a16="http://schemas.microsoft.com/office/drawing/2014/main" id="{2D2C2143-1936-BBDA-A6A8-40B6DBD16AED}"/>
              </a:ext>
            </a:extLst>
          </p:cNvPr>
          <p:cNvSpPr>
            <a:spLocks noGrp="1"/>
          </p:cNvSpPr>
          <p:nvPr>
            <p:ph sz="quarter" idx="10" hasCustomPrompt="1"/>
          </p:nvPr>
        </p:nvSpPr>
        <p:spPr>
          <a:xfrm>
            <a:off x="838201" y="3097848"/>
            <a:ext cx="4466504" cy="3405187"/>
          </a:xfrm>
        </p:spPr>
        <p:txBody>
          <a:bodyPr/>
          <a:lstStyle>
            <a:lvl1pPr>
              <a:lnSpc>
                <a:spcPct val="120000"/>
              </a:lnSpc>
              <a:spcBef>
                <a:spcPts val="1000"/>
              </a:spcBef>
              <a:spcAft>
                <a:spcPts val="600"/>
              </a:spcAft>
              <a:defRPr sz="1800">
                <a:solidFill>
                  <a:schemeClr val="bg1"/>
                </a:solidFill>
                <a:latin typeface="+mn-lt"/>
              </a:defRPr>
            </a:lvl1pPr>
            <a:lvl2pPr>
              <a:lnSpc>
                <a:spcPct val="120000"/>
              </a:lnSpc>
              <a:spcBef>
                <a:spcPts val="1000"/>
              </a:spcBef>
              <a:spcAft>
                <a:spcPts val="600"/>
              </a:spcAft>
              <a:defRPr sz="1600">
                <a:solidFill>
                  <a:schemeClr val="bg1"/>
                </a:solidFill>
                <a:latin typeface="+mn-lt"/>
              </a:defRPr>
            </a:lvl2pPr>
            <a:lvl3pPr>
              <a:lnSpc>
                <a:spcPct val="120000"/>
              </a:lnSpc>
              <a:spcBef>
                <a:spcPts val="1000"/>
              </a:spcBef>
              <a:spcAft>
                <a:spcPts val="600"/>
              </a:spcAft>
              <a:defRPr sz="1400">
                <a:solidFill>
                  <a:schemeClr val="bg1"/>
                </a:solidFill>
                <a:latin typeface="+mn-lt"/>
              </a:defRPr>
            </a:lvl3pPr>
            <a:lvl4pPr>
              <a:lnSpc>
                <a:spcPct val="120000"/>
              </a:lnSpc>
              <a:spcBef>
                <a:spcPts val="1000"/>
              </a:spcBef>
              <a:spcAft>
                <a:spcPts val="600"/>
              </a:spcAft>
              <a:defRPr sz="1200">
                <a:solidFill>
                  <a:schemeClr val="bg1"/>
                </a:solidFill>
                <a:latin typeface="+mn-lt"/>
              </a:defRPr>
            </a:lvl4pPr>
            <a:lvl5pPr>
              <a:lnSpc>
                <a:spcPct val="120000"/>
              </a:lnSpc>
              <a:spcBef>
                <a:spcPts val="1000"/>
              </a:spcBef>
              <a:spcAft>
                <a:spcPts val="600"/>
              </a:spcAft>
              <a:defRPr sz="1200">
                <a:solidFill>
                  <a:schemeClr val="bg1"/>
                </a:solidFill>
                <a:latin typeface="+mn-lt"/>
              </a:defRPr>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10904071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4_Title and 2 column">
    <p:bg>
      <p:bgPr>
        <a:gradFill>
          <a:gsLst>
            <a:gs pos="100000">
              <a:schemeClr val="tx2"/>
            </a:gs>
            <a:gs pos="81000">
              <a:schemeClr val="accent6"/>
            </a:gs>
            <a:gs pos="31000">
              <a:srgbClr val="02090E"/>
            </a:gs>
            <a:gs pos="14000">
              <a:schemeClr val="accent4">
                <a:lumMod val="75000"/>
              </a:schemeClr>
            </a:gs>
            <a:gs pos="0">
              <a:schemeClr val="accent4"/>
            </a:gs>
          </a:gsLst>
          <a:lin ang="12600000" scaled="0"/>
        </a:gra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8EB5B81B-FCE8-FE9C-8F0A-6488B25F0F6A}"/>
              </a:ext>
              <a:ext uri="{C183D7F6-B498-43B3-948B-1728B52AA6E4}">
                <adec:decorative xmlns:adec="http://schemas.microsoft.com/office/drawing/2017/decorative" val="1"/>
              </a:ext>
            </a:extLst>
          </p:cNvPr>
          <p:cNvSpPr/>
          <p:nvPr userDrawn="1"/>
        </p:nvSpPr>
        <p:spPr>
          <a:xfrm>
            <a:off x="321869" y="343814"/>
            <a:ext cx="11550701" cy="6210605"/>
          </a:xfrm>
          <a:prstGeom prst="rect">
            <a:avLst/>
          </a:prstGeom>
          <a:solidFill>
            <a:schemeClr val="tx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2" name="Title 1">
            <a:extLst>
              <a:ext uri="{FF2B5EF4-FFF2-40B4-BE49-F238E27FC236}">
                <a16:creationId xmlns:a16="http://schemas.microsoft.com/office/drawing/2014/main" id="{DF8070BB-B3B5-3A8A-2466-D661C741794F}"/>
              </a:ext>
            </a:extLst>
          </p:cNvPr>
          <p:cNvSpPr>
            <a:spLocks noGrp="1"/>
          </p:cNvSpPr>
          <p:nvPr>
            <p:ph type="title" hasCustomPrompt="1"/>
          </p:nvPr>
        </p:nvSpPr>
        <p:spPr>
          <a:xfrm>
            <a:off x="321869" y="579120"/>
            <a:ext cx="11548261" cy="2733306"/>
          </a:xfrm>
        </p:spPr>
        <p:txBody>
          <a:bodyPr anchor="b">
            <a:noAutofit/>
          </a:bodyPr>
          <a:lstStyle>
            <a:lvl1pPr algn="ctr">
              <a:defRPr sz="3200" cap="all" spc="300" baseline="0"/>
            </a:lvl1pPr>
          </a:lstStyle>
          <a:p>
            <a:r>
              <a:rPr lang="en-US" dirty="0"/>
              <a:t>Click to add title</a:t>
            </a:r>
          </a:p>
        </p:txBody>
      </p:sp>
      <p:sp>
        <p:nvSpPr>
          <p:cNvPr id="7" name="Subtitle 2">
            <a:extLst>
              <a:ext uri="{FF2B5EF4-FFF2-40B4-BE49-F238E27FC236}">
                <a16:creationId xmlns:a16="http://schemas.microsoft.com/office/drawing/2014/main" id="{5F877C2F-8190-18D9-5D24-5BD7B05A29F8}"/>
              </a:ext>
            </a:extLst>
          </p:cNvPr>
          <p:cNvSpPr>
            <a:spLocks noGrp="1"/>
          </p:cNvSpPr>
          <p:nvPr>
            <p:ph type="subTitle" idx="1" hasCustomPrompt="1"/>
          </p:nvPr>
        </p:nvSpPr>
        <p:spPr>
          <a:xfrm>
            <a:off x="321868" y="3484615"/>
            <a:ext cx="11562303" cy="2387865"/>
          </a:xfrm>
        </p:spPr>
        <p:txBody>
          <a:bodyPr>
            <a:noAutofit/>
          </a:bodyPr>
          <a:lstStyle>
            <a:lvl1pPr marL="0" indent="0" algn="ctr">
              <a:buNone/>
              <a:defRPr sz="6000" b="0" i="0" cap="all" spc="600" baseline="0">
                <a:solidFill>
                  <a:schemeClr val="accent3">
                    <a:lumMod val="75000"/>
                  </a:schemeClr>
                </a:solidFill>
                <a:latin typeface="+mj-lt"/>
                <a:cs typeface="Biome Light" panose="020B03030302040208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15" name="Footer Placeholder 4">
            <a:extLst>
              <a:ext uri="{FF2B5EF4-FFF2-40B4-BE49-F238E27FC236}">
                <a16:creationId xmlns:a16="http://schemas.microsoft.com/office/drawing/2014/main" id="{B02A6961-FD29-3446-6A70-B0D4EE5D14C5}"/>
              </a:ext>
            </a:extLst>
          </p:cNvPr>
          <p:cNvSpPr>
            <a:spLocks noGrp="1"/>
          </p:cNvSpPr>
          <p:nvPr>
            <p:ph type="ftr" sz="quarter" idx="11"/>
          </p:nvPr>
        </p:nvSpPr>
        <p:spPr>
          <a:xfrm>
            <a:off x="336405" y="6237287"/>
            <a:ext cx="4114800" cy="365125"/>
          </a:xfrm>
        </p:spPr>
        <p:txBody>
          <a:bodyPr>
            <a:noAutofit/>
          </a:bodyPr>
          <a:lstStyle>
            <a:lvl1pPr algn="l">
              <a:defRPr sz="1200" spc="0">
                <a:solidFill>
                  <a:schemeClr val="bg1"/>
                </a:solidFill>
              </a:defRPr>
            </a:lvl1pPr>
          </a:lstStyle>
          <a:p>
            <a:r>
              <a:rPr lang="en-US" dirty="0"/>
              <a:t>Presentation title</a:t>
            </a:r>
          </a:p>
        </p:txBody>
      </p:sp>
      <p:sp>
        <p:nvSpPr>
          <p:cNvPr id="16" name="Slide Number Placeholder 5">
            <a:extLst>
              <a:ext uri="{FF2B5EF4-FFF2-40B4-BE49-F238E27FC236}">
                <a16:creationId xmlns:a16="http://schemas.microsoft.com/office/drawing/2014/main" id="{68477A85-1CCD-1BF5-8FF0-11B80AE2F6FC}"/>
              </a:ext>
            </a:extLst>
          </p:cNvPr>
          <p:cNvSpPr>
            <a:spLocks noGrp="1"/>
          </p:cNvSpPr>
          <p:nvPr>
            <p:ph type="sldNum" sz="quarter" idx="12"/>
          </p:nvPr>
        </p:nvSpPr>
        <p:spPr>
          <a:xfrm>
            <a:off x="9140971" y="6226198"/>
            <a:ext cx="2743200" cy="365125"/>
          </a:xfrm>
        </p:spPr>
        <p:txBody>
          <a:bodyPr>
            <a:noAutofit/>
          </a:bodyPr>
          <a:lstStyle>
            <a:lvl1pPr>
              <a:defRPr sz="1200">
                <a:solidFill>
                  <a:schemeClr val="bg1"/>
                </a:solidFill>
              </a:defRPr>
            </a:lvl1pPr>
          </a:lstStyle>
          <a:p>
            <a:fld id="{FE024F78-56A6-7740-B68D-8D4D026EDF3F}" type="slidenum">
              <a:rPr lang="en-US" smtClean="0"/>
              <a:pPr/>
              <a:t>‹#›</a:t>
            </a:fld>
            <a:endParaRPr lang="en-US" dirty="0"/>
          </a:p>
        </p:txBody>
      </p:sp>
    </p:spTree>
    <p:extLst>
      <p:ext uri="{BB962C8B-B14F-4D97-AF65-F5344CB8AC3E}">
        <p14:creationId xmlns:p14="http://schemas.microsoft.com/office/powerpoint/2010/main" val="868659020"/>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ection Title">
    <p:bg>
      <p:bgPr>
        <a:gradFill>
          <a:gsLst>
            <a:gs pos="100000">
              <a:schemeClr val="tx2"/>
            </a:gs>
            <a:gs pos="79000">
              <a:schemeClr val="accent6"/>
            </a:gs>
            <a:gs pos="31000">
              <a:srgbClr val="02090E"/>
            </a:gs>
            <a:gs pos="14000">
              <a:schemeClr val="accent4">
                <a:lumMod val="75000"/>
              </a:schemeClr>
            </a:gs>
            <a:gs pos="0">
              <a:schemeClr val="accent4"/>
            </a:gs>
          </a:gsLst>
          <a:lin ang="5400000" scaled="0"/>
        </a:gra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3664209F-41AB-70E5-1B9E-7490900C59C9}"/>
              </a:ext>
              <a:ext uri="{C183D7F6-B498-43B3-948B-1728B52AA6E4}">
                <adec:decorative xmlns:adec="http://schemas.microsoft.com/office/drawing/2017/decorative" val="1"/>
              </a:ext>
            </a:extLst>
          </p:cNvPr>
          <p:cNvSpPr/>
          <p:nvPr userDrawn="1"/>
        </p:nvSpPr>
        <p:spPr>
          <a:xfrm>
            <a:off x="2" y="1"/>
            <a:ext cx="12191997" cy="6857998"/>
          </a:xfrm>
          <a:prstGeom prst="rect">
            <a:avLst/>
          </a:prstGeom>
          <a:gradFill flip="none" rotWithShape="1">
            <a:gsLst>
              <a:gs pos="0">
                <a:srgbClr val="1A012C"/>
              </a:gs>
              <a:gs pos="45000">
                <a:srgbClr val="1A012C">
                  <a:alpha val="50000"/>
                </a:srgbClr>
              </a:gs>
              <a:gs pos="100000">
                <a:schemeClr val="accent6">
                  <a:lumMod val="50000"/>
                  <a:alpha val="50000"/>
                </a:schemeClr>
              </a:gs>
            </a:gsLst>
            <a:path path="circle">
              <a:fillToRect l="50000" t="50000" r="50000" b="50000"/>
            </a:path>
            <a:tileRect/>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Rectangle 2">
            <a:extLst>
              <a:ext uri="{FF2B5EF4-FFF2-40B4-BE49-F238E27FC236}">
                <a16:creationId xmlns:a16="http://schemas.microsoft.com/office/drawing/2014/main" id="{032D3409-585B-54E2-1DCC-AC58804E4AE7}"/>
              </a:ext>
              <a:ext uri="{C183D7F6-B498-43B3-948B-1728B52AA6E4}">
                <adec:decorative xmlns:adec="http://schemas.microsoft.com/office/drawing/2017/decorative" val="1"/>
              </a:ext>
            </a:extLst>
          </p:cNvPr>
          <p:cNvSpPr/>
          <p:nvPr userDrawn="1"/>
        </p:nvSpPr>
        <p:spPr>
          <a:xfrm>
            <a:off x="1" y="-6350"/>
            <a:ext cx="6096000" cy="6864350"/>
          </a:xfrm>
          <a:prstGeom prst="rect">
            <a:avLst/>
          </a:prstGeom>
          <a:solidFill>
            <a:schemeClr val="tx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2" name="Title 1">
            <a:extLst>
              <a:ext uri="{FF2B5EF4-FFF2-40B4-BE49-F238E27FC236}">
                <a16:creationId xmlns:a16="http://schemas.microsoft.com/office/drawing/2014/main" id="{DF8070BB-B3B5-3A8A-2466-D661C741794F}"/>
              </a:ext>
            </a:extLst>
          </p:cNvPr>
          <p:cNvSpPr>
            <a:spLocks noGrp="1"/>
          </p:cNvSpPr>
          <p:nvPr>
            <p:ph type="title" hasCustomPrompt="1"/>
          </p:nvPr>
        </p:nvSpPr>
        <p:spPr>
          <a:xfrm>
            <a:off x="799891" y="511762"/>
            <a:ext cx="4960830" cy="2785158"/>
          </a:xfrm>
        </p:spPr>
        <p:txBody>
          <a:bodyPr anchor="b">
            <a:noAutofit/>
          </a:bodyPr>
          <a:lstStyle>
            <a:lvl1pPr algn="l">
              <a:defRPr sz="2400" cap="all" spc="300" baseline="0"/>
            </a:lvl1pPr>
          </a:lstStyle>
          <a:p>
            <a:r>
              <a:rPr lang="en-US" dirty="0"/>
              <a:t>Click to add title</a:t>
            </a:r>
          </a:p>
        </p:txBody>
      </p:sp>
      <p:sp>
        <p:nvSpPr>
          <p:cNvPr id="8" name="Subtitle 2">
            <a:extLst>
              <a:ext uri="{FF2B5EF4-FFF2-40B4-BE49-F238E27FC236}">
                <a16:creationId xmlns:a16="http://schemas.microsoft.com/office/drawing/2014/main" id="{E47B8A5C-E279-DB0B-E9D3-927417876125}"/>
              </a:ext>
            </a:extLst>
          </p:cNvPr>
          <p:cNvSpPr>
            <a:spLocks noGrp="1"/>
          </p:cNvSpPr>
          <p:nvPr>
            <p:ph type="subTitle" idx="1" hasCustomPrompt="1"/>
          </p:nvPr>
        </p:nvSpPr>
        <p:spPr>
          <a:xfrm>
            <a:off x="802640" y="3484615"/>
            <a:ext cx="4958081" cy="2387865"/>
          </a:xfrm>
        </p:spPr>
        <p:txBody>
          <a:bodyPr>
            <a:noAutofit/>
          </a:bodyPr>
          <a:lstStyle>
            <a:lvl1pPr marL="0" indent="0" algn="l">
              <a:buNone/>
              <a:defRPr sz="3200" b="0" i="0" cap="all" spc="600" baseline="0">
                <a:solidFill>
                  <a:schemeClr val="accent3">
                    <a:lumMod val="75000"/>
                  </a:schemeClr>
                </a:solidFill>
                <a:latin typeface="+mj-lt"/>
                <a:cs typeface="Biome Light" panose="020B03030302040208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10" name="Picture Placeholder 9">
            <a:extLst>
              <a:ext uri="{FF2B5EF4-FFF2-40B4-BE49-F238E27FC236}">
                <a16:creationId xmlns:a16="http://schemas.microsoft.com/office/drawing/2014/main" id="{D386C402-C5C5-2A54-C618-62673AD93CB4}"/>
              </a:ext>
            </a:extLst>
          </p:cNvPr>
          <p:cNvSpPr>
            <a:spLocks noGrp="1"/>
          </p:cNvSpPr>
          <p:nvPr>
            <p:ph type="pic" sz="quarter" idx="13"/>
          </p:nvPr>
        </p:nvSpPr>
        <p:spPr>
          <a:xfrm>
            <a:off x="6497638" y="336550"/>
            <a:ext cx="5322887" cy="6184900"/>
          </a:xfrm>
        </p:spPr>
        <p:txBody>
          <a:bodyPr/>
          <a:lstStyle>
            <a:lvl1pPr algn="ctr">
              <a:defRPr sz="2000"/>
            </a:lvl1pPr>
          </a:lstStyle>
          <a:p>
            <a:r>
              <a:rPr lang="en-US" dirty="0"/>
              <a:t>Click icon to add picture</a:t>
            </a:r>
          </a:p>
        </p:txBody>
      </p:sp>
      <p:sp>
        <p:nvSpPr>
          <p:cNvPr id="15" name="Footer Placeholder 4">
            <a:extLst>
              <a:ext uri="{FF2B5EF4-FFF2-40B4-BE49-F238E27FC236}">
                <a16:creationId xmlns:a16="http://schemas.microsoft.com/office/drawing/2014/main" id="{B02A6961-FD29-3446-6A70-B0D4EE5D14C5}"/>
              </a:ext>
            </a:extLst>
          </p:cNvPr>
          <p:cNvSpPr>
            <a:spLocks noGrp="1"/>
          </p:cNvSpPr>
          <p:nvPr>
            <p:ph type="ftr" sz="quarter" idx="11"/>
          </p:nvPr>
        </p:nvSpPr>
        <p:spPr>
          <a:xfrm>
            <a:off x="336405" y="6237287"/>
            <a:ext cx="4114800" cy="365125"/>
          </a:xfrm>
        </p:spPr>
        <p:txBody>
          <a:bodyPr>
            <a:noAutofit/>
          </a:bodyPr>
          <a:lstStyle>
            <a:lvl1pPr algn="l">
              <a:defRPr sz="1200" spc="0">
                <a:solidFill>
                  <a:schemeClr val="bg1"/>
                </a:solidFill>
              </a:defRPr>
            </a:lvl1pPr>
          </a:lstStyle>
          <a:p>
            <a:r>
              <a:rPr lang="en-US" dirty="0"/>
              <a:t>Presentation title</a:t>
            </a:r>
          </a:p>
        </p:txBody>
      </p:sp>
      <p:sp>
        <p:nvSpPr>
          <p:cNvPr id="16" name="Slide Number Placeholder 5">
            <a:extLst>
              <a:ext uri="{FF2B5EF4-FFF2-40B4-BE49-F238E27FC236}">
                <a16:creationId xmlns:a16="http://schemas.microsoft.com/office/drawing/2014/main" id="{68477A85-1CCD-1BF5-8FF0-11B80AE2F6FC}"/>
              </a:ext>
            </a:extLst>
          </p:cNvPr>
          <p:cNvSpPr>
            <a:spLocks noGrp="1"/>
          </p:cNvSpPr>
          <p:nvPr>
            <p:ph type="sldNum" sz="quarter" idx="12"/>
          </p:nvPr>
        </p:nvSpPr>
        <p:spPr>
          <a:xfrm>
            <a:off x="9140971" y="6226198"/>
            <a:ext cx="2743200" cy="365125"/>
          </a:xfrm>
        </p:spPr>
        <p:txBody>
          <a:bodyPr>
            <a:noAutofit/>
          </a:bodyPr>
          <a:lstStyle>
            <a:lvl1pPr>
              <a:defRPr sz="1200">
                <a:solidFill>
                  <a:schemeClr val="bg1"/>
                </a:solidFill>
              </a:defRPr>
            </a:lvl1pPr>
          </a:lstStyle>
          <a:p>
            <a:fld id="{FE024F78-56A6-7740-B68D-8D4D026EDF3F}" type="slidenum">
              <a:rPr lang="en-US" smtClean="0"/>
              <a:pPr/>
              <a:t>‹#›</a:t>
            </a:fld>
            <a:endParaRPr lang="en-US" dirty="0"/>
          </a:p>
        </p:txBody>
      </p:sp>
    </p:spTree>
    <p:extLst>
      <p:ext uri="{BB962C8B-B14F-4D97-AF65-F5344CB8AC3E}">
        <p14:creationId xmlns:p14="http://schemas.microsoft.com/office/powerpoint/2010/main" val="368321855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6_Title and 2 column">
    <p:bg>
      <p:bgPr>
        <a:gradFill>
          <a:gsLst>
            <a:gs pos="100000">
              <a:schemeClr val="tx2"/>
            </a:gs>
            <a:gs pos="79000">
              <a:schemeClr val="accent6"/>
            </a:gs>
            <a:gs pos="55000">
              <a:srgbClr val="02090E"/>
            </a:gs>
            <a:gs pos="14000">
              <a:schemeClr val="accent4">
                <a:lumMod val="75000"/>
              </a:schemeClr>
            </a:gs>
            <a:gs pos="0">
              <a:schemeClr val="accent4"/>
            </a:gs>
          </a:gsLst>
          <a:lin ang="7800000" scaled="0"/>
        </a:gradFill>
        <a:effectLst/>
      </p:bgPr>
    </p:bg>
    <p:spTree>
      <p:nvGrpSpPr>
        <p:cNvPr id="1" name=""/>
        <p:cNvGrpSpPr/>
        <p:nvPr/>
      </p:nvGrpSpPr>
      <p:grpSpPr>
        <a:xfrm>
          <a:off x="0" y="0"/>
          <a:ext cx="0" cy="0"/>
          <a:chOff x="0" y="0"/>
          <a:chExt cx="0" cy="0"/>
        </a:xfrm>
      </p:grpSpPr>
      <p:pic>
        <p:nvPicPr>
          <p:cNvPr id="4" name="Content Placeholder 14">
            <a:extLst>
              <a:ext uri="{FF2B5EF4-FFF2-40B4-BE49-F238E27FC236}">
                <a16:creationId xmlns:a16="http://schemas.microsoft.com/office/drawing/2014/main" id="{318CE367-BBCB-F4AB-635F-4C9995EAE350}"/>
              </a:ext>
              <a:ext uri="{C183D7F6-B498-43B3-948B-1728B52AA6E4}">
                <adec:decorative xmlns:adec="http://schemas.microsoft.com/office/drawing/2017/decorative" val="1"/>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0" y="-6350"/>
            <a:ext cx="2356339" cy="6853863"/>
          </a:xfrm>
          <a:prstGeom prst="rect">
            <a:avLst/>
          </a:prstGeom>
        </p:spPr>
      </p:pic>
      <p:sp>
        <p:nvSpPr>
          <p:cNvPr id="5" name="Rectangle 4">
            <a:extLst>
              <a:ext uri="{FF2B5EF4-FFF2-40B4-BE49-F238E27FC236}">
                <a16:creationId xmlns:a16="http://schemas.microsoft.com/office/drawing/2014/main" id="{5CE3FBBA-81E2-31F1-EF51-02706B5B5C0A}"/>
              </a:ext>
              <a:ext uri="{C183D7F6-B498-43B3-948B-1728B52AA6E4}">
                <adec:decorative xmlns:adec="http://schemas.microsoft.com/office/drawing/2017/decorative" val="1"/>
              </a:ext>
            </a:extLst>
          </p:cNvPr>
          <p:cNvSpPr/>
          <p:nvPr userDrawn="1"/>
        </p:nvSpPr>
        <p:spPr>
          <a:xfrm>
            <a:off x="2356339" y="-6350"/>
            <a:ext cx="9831801" cy="6864350"/>
          </a:xfrm>
          <a:prstGeom prst="rect">
            <a:avLst/>
          </a:prstGeom>
          <a:solidFill>
            <a:schemeClr val="tx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cxnSp>
        <p:nvCxnSpPr>
          <p:cNvPr id="6" name="Straight Connector 5">
            <a:extLst>
              <a:ext uri="{FF2B5EF4-FFF2-40B4-BE49-F238E27FC236}">
                <a16:creationId xmlns:a16="http://schemas.microsoft.com/office/drawing/2014/main" id="{9AD3746D-3CD1-FFA5-0019-AD0C588B1924}"/>
              </a:ext>
              <a:ext uri="{C183D7F6-B498-43B3-948B-1728B52AA6E4}">
                <adec:decorative xmlns:adec="http://schemas.microsoft.com/office/drawing/2017/decorative" val="1"/>
              </a:ext>
            </a:extLst>
          </p:cNvPr>
          <p:cNvCxnSpPr>
            <a:cxnSpLocks/>
          </p:cNvCxnSpPr>
          <p:nvPr userDrawn="1"/>
        </p:nvCxnSpPr>
        <p:spPr>
          <a:xfrm>
            <a:off x="3305669" y="2002443"/>
            <a:ext cx="7922116" cy="0"/>
          </a:xfrm>
          <a:prstGeom prst="line">
            <a:avLst/>
          </a:prstGeom>
          <a:ln w="25400">
            <a:gradFill>
              <a:gsLst>
                <a:gs pos="0">
                  <a:schemeClr val="accent4">
                    <a:lumMod val="50000"/>
                  </a:schemeClr>
                </a:gs>
                <a:gs pos="100000">
                  <a:schemeClr val="accent6"/>
                </a:gs>
              </a:gsLst>
              <a:lin ang="10800000" scaled="0"/>
            </a:gra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DF8070BB-B3B5-3A8A-2466-D661C741794F}"/>
              </a:ext>
            </a:extLst>
          </p:cNvPr>
          <p:cNvSpPr>
            <a:spLocks noGrp="1"/>
          </p:cNvSpPr>
          <p:nvPr>
            <p:ph type="title" hasCustomPrompt="1"/>
          </p:nvPr>
        </p:nvSpPr>
        <p:spPr>
          <a:xfrm>
            <a:off x="3305669" y="113097"/>
            <a:ext cx="7420819" cy="1656304"/>
          </a:xfrm>
        </p:spPr>
        <p:txBody>
          <a:bodyPr lIns="0" anchor="b">
            <a:noAutofit/>
          </a:bodyPr>
          <a:lstStyle>
            <a:lvl1pPr algn="l">
              <a:defRPr sz="3200" cap="all" spc="0" baseline="0">
                <a:solidFill>
                  <a:schemeClr val="accent3">
                    <a:lumMod val="75000"/>
                  </a:schemeClr>
                </a:solidFill>
              </a:defRPr>
            </a:lvl1pPr>
          </a:lstStyle>
          <a:p>
            <a:r>
              <a:rPr lang="en-US" dirty="0"/>
              <a:t>Click to add title</a:t>
            </a:r>
          </a:p>
        </p:txBody>
      </p:sp>
      <p:sp>
        <p:nvSpPr>
          <p:cNvPr id="13" name="Content Placeholder 12">
            <a:extLst>
              <a:ext uri="{FF2B5EF4-FFF2-40B4-BE49-F238E27FC236}">
                <a16:creationId xmlns:a16="http://schemas.microsoft.com/office/drawing/2014/main" id="{B9624CF4-7769-4663-3361-39136F5E20C8}"/>
              </a:ext>
            </a:extLst>
          </p:cNvPr>
          <p:cNvSpPr>
            <a:spLocks noGrp="1"/>
          </p:cNvSpPr>
          <p:nvPr>
            <p:ph sz="quarter" idx="31" hasCustomPrompt="1"/>
          </p:nvPr>
        </p:nvSpPr>
        <p:spPr>
          <a:xfrm>
            <a:off x="3305669" y="2470150"/>
            <a:ext cx="7420819" cy="3676649"/>
          </a:xfrm>
        </p:spPr>
        <p:txBody>
          <a:bodyPr/>
          <a:lstStyle>
            <a:lvl1pPr marL="285750" indent="-285750">
              <a:lnSpc>
                <a:spcPct val="120000"/>
              </a:lnSpc>
              <a:spcBef>
                <a:spcPts val="1000"/>
              </a:spcBef>
              <a:spcAft>
                <a:spcPts val="600"/>
              </a:spcAft>
              <a:buClr>
                <a:schemeClr val="accent3"/>
              </a:buClr>
              <a:buFont typeface="Arial" panose="020B0604020202020204" pitchFamily="34" charset="0"/>
              <a:buChar char="•"/>
              <a:defRPr sz="1800">
                <a:solidFill>
                  <a:schemeClr val="bg1"/>
                </a:solidFill>
                <a:latin typeface="+mn-lt"/>
              </a:defRPr>
            </a:lvl1pPr>
            <a:lvl2pPr marL="800100" indent="-342900">
              <a:lnSpc>
                <a:spcPct val="120000"/>
              </a:lnSpc>
              <a:spcBef>
                <a:spcPts val="1000"/>
              </a:spcBef>
              <a:spcAft>
                <a:spcPts val="600"/>
              </a:spcAft>
              <a:buClr>
                <a:schemeClr val="accent3"/>
              </a:buClr>
              <a:buFont typeface="Arial" panose="020B0604020202020204" pitchFamily="34" charset="0"/>
              <a:buChar char="•"/>
              <a:defRPr sz="1600">
                <a:solidFill>
                  <a:schemeClr val="bg1"/>
                </a:solidFill>
                <a:latin typeface="+mn-lt"/>
              </a:defRPr>
            </a:lvl2pPr>
            <a:lvl3pPr marL="1257300" indent="-342900">
              <a:lnSpc>
                <a:spcPct val="120000"/>
              </a:lnSpc>
              <a:spcBef>
                <a:spcPts val="1000"/>
              </a:spcBef>
              <a:spcAft>
                <a:spcPts val="600"/>
              </a:spcAft>
              <a:buClr>
                <a:schemeClr val="accent3"/>
              </a:buClr>
              <a:buFont typeface="Arial" panose="020B0604020202020204" pitchFamily="34" charset="0"/>
              <a:buChar char="•"/>
              <a:defRPr sz="1400">
                <a:solidFill>
                  <a:schemeClr val="bg1"/>
                </a:solidFill>
                <a:latin typeface="+mn-lt"/>
              </a:defRPr>
            </a:lvl3pPr>
            <a:lvl4pPr marL="1657350" indent="-285750">
              <a:lnSpc>
                <a:spcPct val="120000"/>
              </a:lnSpc>
              <a:spcBef>
                <a:spcPts val="1000"/>
              </a:spcBef>
              <a:spcAft>
                <a:spcPts val="600"/>
              </a:spcAft>
              <a:buClr>
                <a:schemeClr val="accent3"/>
              </a:buClr>
              <a:buFont typeface="Arial" panose="020B0604020202020204" pitchFamily="34" charset="0"/>
              <a:buChar char="•"/>
              <a:defRPr sz="1200">
                <a:solidFill>
                  <a:schemeClr val="bg1"/>
                </a:solidFill>
                <a:latin typeface="+mn-lt"/>
              </a:defRPr>
            </a:lvl4pPr>
            <a:lvl5pPr marL="2114550" indent="-285750">
              <a:lnSpc>
                <a:spcPct val="120000"/>
              </a:lnSpc>
              <a:spcBef>
                <a:spcPts val="1000"/>
              </a:spcBef>
              <a:spcAft>
                <a:spcPts val="600"/>
              </a:spcAft>
              <a:buClr>
                <a:schemeClr val="accent3"/>
              </a:buClr>
              <a:buFont typeface="Arial" panose="020B0604020202020204" pitchFamily="34" charset="0"/>
              <a:buChar char="•"/>
              <a:defRPr sz="1200">
                <a:solidFill>
                  <a:schemeClr val="bg1"/>
                </a:solidFill>
                <a:latin typeface="+mn-lt"/>
              </a:defRPr>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Footer Placeholder 4">
            <a:extLst>
              <a:ext uri="{FF2B5EF4-FFF2-40B4-BE49-F238E27FC236}">
                <a16:creationId xmlns:a16="http://schemas.microsoft.com/office/drawing/2014/main" id="{B02A6961-FD29-3446-6A70-B0D4EE5D14C5}"/>
              </a:ext>
            </a:extLst>
          </p:cNvPr>
          <p:cNvSpPr>
            <a:spLocks noGrp="1"/>
          </p:cNvSpPr>
          <p:nvPr>
            <p:ph type="ftr" sz="quarter" idx="11"/>
          </p:nvPr>
        </p:nvSpPr>
        <p:spPr>
          <a:xfrm>
            <a:off x="336405" y="6237287"/>
            <a:ext cx="4114800" cy="365125"/>
          </a:xfrm>
        </p:spPr>
        <p:txBody>
          <a:bodyPr>
            <a:noAutofit/>
          </a:bodyPr>
          <a:lstStyle>
            <a:lvl1pPr algn="l">
              <a:defRPr sz="1200" spc="0">
                <a:solidFill>
                  <a:schemeClr val="bg1"/>
                </a:solidFill>
              </a:defRPr>
            </a:lvl1pPr>
          </a:lstStyle>
          <a:p>
            <a:r>
              <a:rPr lang="en-US" dirty="0"/>
              <a:t>Presentation title</a:t>
            </a:r>
          </a:p>
        </p:txBody>
      </p:sp>
      <p:sp>
        <p:nvSpPr>
          <p:cNvPr id="16" name="Slide Number Placeholder 5">
            <a:extLst>
              <a:ext uri="{FF2B5EF4-FFF2-40B4-BE49-F238E27FC236}">
                <a16:creationId xmlns:a16="http://schemas.microsoft.com/office/drawing/2014/main" id="{68477A85-1CCD-1BF5-8FF0-11B80AE2F6FC}"/>
              </a:ext>
            </a:extLst>
          </p:cNvPr>
          <p:cNvSpPr>
            <a:spLocks noGrp="1"/>
          </p:cNvSpPr>
          <p:nvPr>
            <p:ph type="sldNum" sz="quarter" idx="12"/>
          </p:nvPr>
        </p:nvSpPr>
        <p:spPr>
          <a:xfrm>
            <a:off x="9140971" y="6226198"/>
            <a:ext cx="2743200" cy="365125"/>
          </a:xfrm>
        </p:spPr>
        <p:txBody>
          <a:bodyPr>
            <a:noAutofit/>
          </a:bodyPr>
          <a:lstStyle>
            <a:lvl1pPr>
              <a:defRPr sz="1200">
                <a:solidFill>
                  <a:schemeClr val="bg1"/>
                </a:solidFill>
              </a:defRPr>
            </a:lvl1pPr>
          </a:lstStyle>
          <a:p>
            <a:fld id="{FE024F78-56A6-7740-B68D-8D4D026EDF3F}" type="slidenum">
              <a:rPr lang="en-US" smtClean="0"/>
              <a:pPr/>
              <a:t>‹#›</a:t>
            </a:fld>
            <a:endParaRPr lang="en-US" dirty="0"/>
          </a:p>
        </p:txBody>
      </p:sp>
    </p:spTree>
    <p:extLst>
      <p:ext uri="{BB962C8B-B14F-4D97-AF65-F5344CB8AC3E}">
        <p14:creationId xmlns:p14="http://schemas.microsoft.com/office/powerpoint/2010/main" val="1028026706"/>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3_Title and 2 column">
    <p:bg>
      <p:bgPr>
        <a:gradFill>
          <a:gsLst>
            <a:gs pos="100000">
              <a:schemeClr val="tx2"/>
            </a:gs>
            <a:gs pos="81000">
              <a:schemeClr val="accent6"/>
            </a:gs>
            <a:gs pos="31000">
              <a:srgbClr val="02090E"/>
            </a:gs>
            <a:gs pos="14000">
              <a:schemeClr val="accent4">
                <a:lumMod val="75000"/>
              </a:schemeClr>
            </a:gs>
            <a:gs pos="0">
              <a:schemeClr val="accent4"/>
            </a:gs>
          </a:gsLst>
          <a:lin ang="7800000" scaled="0"/>
        </a:gradFill>
        <a:effectLst/>
      </p:bgPr>
    </p:bg>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4361F2FA-20C7-5447-C138-CE2CA1867FE7}"/>
              </a:ext>
              <a:ext uri="{C183D7F6-B498-43B3-948B-1728B52AA6E4}">
                <adec:decorative xmlns:adec="http://schemas.microsoft.com/office/drawing/2017/decorative" val="1"/>
              </a:ext>
            </a:extLst>
          </p:cNvPr>
          <p:cNvGrpSpPr/>
          <p:nvPr userDrawn="1"/>
        </p:nvGrpSpPr>
        <p:grpSpPr>
          <a:xfrm>
            <a:off x="3" y="2"/>
            <a:ext cx="12191997" cy="6857998"/>
            <a:chOff x="3" y="2"/>
            <a:chExt cx="12191997" cy="6857998"/>
          </a:xfrm>
        </p:grpSpPr>
        <p:sp>
          <p:nvSpPr>
            <p:cNvPr id="21" name="Rectangle 20">
              <a:extLst>
                <a:ext uri="{FF2B5EF4-FFF2-40B4-BE49-F238E27FC236}">
                  <a16:creationId xmlns:a16="http://schemas.microsoft.com/office/drawing/2014/main" id="{DFEDD626-82E4-71C6-25F1-CDA46B7B3F39}"/>
                </a:ext>
              </a:extLst>
            </p:cNvPr>
            <p:cNvSpPr/>
            <p:nvPr/>
          </p:nvSpPr>
          <p:spPr>
            <a:xfrm>
              <a:off x="3" y="2"/>
              <a:ext cx="12191997" cy="6857998"/>
            </a:xfrm>
            <a:prstGeom prst="rect">
              <a:avLst/>
            </a:prstGeom>
            <a:gradFill flip="none" rotWithShape="1">
              <a:gsLst>
                <a:gs pos="0">
                  <a:srgbClr val="1A012C"/>
                </a:gs>
                <a:gs pos="45000">
                  <a:srgbClr val="1A012C">
                    <a:alpha val="50000"/>
                  </a:srgbClr>
                </a:gs>
                <a:gs pos="100000">
                  <a:schemeClr val="accent6">
                    <a:lumMod val="50000"/>
                    <a:alpha val="50000"/>
                  </a:schemeClr>
                </a:gs>
              </a:gsLst>
              <a:path path="circle">
                <a:fillToRect l="50000" t="50000" r="50000" b="50000"/>
              </a:path>
              <a:tileRect/>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 name="Picture 2">
              <a:extLst>
                <a:ext uri="{FF2B5EF4-FFF2-40B4-BE49-F238E27FC236}">
                  <a16:creationId xmlns:a16="http://schemas.microsoft.com/office/drawing/2014/main" id="{CDC952AF-CE06-54F7-CB4A-1722F90AC3DF}"/>
                </a:ext>
                <a:ext uri="{C183D7F6-B498-43B3-948B-1728B52AA6E4}">
                  <adec:decorative xmlns:adec="http://schemas.microsoft.com/office/drawing/2017/decorative" val="1"/>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3" y="2"/>
              <a:ext cx="12191994" cy="6857996"/>
            </a:xfrm>
            <a:prstGeom prst="rect">
              <a:avLst/>
            </a:prstGeom>
          </p:spPr>
        </p:pic>
        <p:grpSp>
          <p:nvGrpSpPr>
            <p:cNvPr id="11" name="Group 10">
              <a:extLst>
                <a:ext uri="{FF2B5EF4-FFF2-40B4-BE49-F238E27FC236}">
                  <a16:creationId xmlns:a16="http://schemas.microsoft.com/office/drawing/2014/main" id="{6E6EDFF3-843B-AAE9-DB73-423142606F52}"/>
                </a:ext>
              </a:extLst>
            </p:cNvPr>
            <p:cNvGrpSpPr/>
            <p:nvPr/>
          </p:nvGrpSpPr>
          <p:grpSpPr>
            <a:xfrm rot="5400000">
              <a:off x="1645776" y="1222395"/>
              <a:ext cx="431603" cy="412684"/>
              <a:chOff x="1870859" y="869908"/>
              <a:chExt cx="431603" cy="412684"/>
            </a:xfrm>
          </p:grpSpPr>
          <p:sp>
            <p:nvSpPr>
              <p:cNvPr id="12" name="Graphic 15">
                <a:extLst>
                  <a:ext uri="{FF2B5EF4-FFF2-40B4-BE49-F238E27FC236}">
                    <a16:creationId xmlns:a16="http://schemas.microsoft.com/office/drawing/2014/main" id="{312F4F85-6C79-201D-E20D-64CD4728E4C8}"/>
                  </a:ext>
                  <a:ext uri="{C183D7F6-B498-43B3-948B-1728B52AA6E4}">
                    <adec:decorative xmlns:adec="http://schemas.microsoft.com/office/drawing/2017/decorative" val="1"/>
                  </a:ext>
                </a:extLst>
              </p:cNvPr>
              <p:cNvSpPr/>
              <p:nvPr/>
            </p:nvSpPr>
            <p:spPr>
              <a:xfrm rot="10800000">
                <a:off x="1870859" y="1154576"/>
                <a:ext cx="128016" cy="128016"/>
              </a:xfrm>
              <a:custGeom>
                <a:avLst/>
                <a:gdLst>
                  <a:gd name="connsiteX0" fmla="*/ 63857 w 127713"/>
                  <a:gd name="connsiteY0" fmla="*/ 18874 h 127713"/>
                  <a:gd name="connsiteX1" fmla="*/ 108839 w 127713"/>
                  <a:gd name="connsiteY1" fmla="*/ 63857 h 127713"/>
                  <a:gd name="connsiteX2" fmla="*/ 63857 w 127713"/>
                  <a:gd name="connsiteY2" fmla="*/ 108839 h 127713"/>
                  <a:gd name="connsiteX3" fmla="*/ 18874 w 127713"/>
                  <a:gd name="connsiteY3" fmla="*/ 63857 h 127713"/>
                  <a:gd name="connsiteX4" fmla="*/ 63857 w 127713"/>
                  <a:gd name="connsiteY4" fmla="*/ 18874 h 127713"/>
                  <a:gd name="connsiteX5" fmla="*/ 63857 w 127713"/>
                  <a:gd name="connsiteY5" fmla="*/ 0 h 127713"/>
                  <a:gd name="connsiteX6" fmla="*/ 0 w 127713"/>
                  <a:gd name="connsiteY6" fmla="*/ 63857 h 127713"/>
                  <a:gd name="connsiteX7" fmla="*/ 63857 w 127713"/>
                  <a:gd name="connsiteY7" fmla="*/ 127713 h 127713"/>
                  <a:gd name="connsiteX8" fmla="*/ 127713 w 127713"/>
                  <a:gd name="connsiteY8" fmla="*/ 63857 h 127713"/>
                  <a:gd name="connsiteX9" fmla="*/ 63857 w 127713"/>
                  <a:gd name="connsiteY9" fmla="*/ 0 h 127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3" h="127713">
                    <a:moveTo>
                      <a:pt x="63857" y="18874"/>
                    </a:moveTo>
                    <a:cubicBezTo>
                      <a:pt x="88700" y="18874"/>
                      <a:pt x="108839" y="39013"/>
                      <a:pt x="108839" y="63857"/>
                    </a:cubicBezTo>
                    <a:cubicBezTo>
                      <a:pt x="108839" y="88700"/>
                      <a:pt x="88700" y="108839"/>
                      <a:pt x="63857" y="108839"/>
                    </a:cubicBezTo>
                    <a:cubicBezTo>
                      <a:pt x="39013" y="108839"/>
                      <a:pt x="18874" y="88700"/>
                      <a:pt x="18874" y="63857"/>
                    </a:cubicBezTo>
                    <a:cubicBezTo>
                      <a:pt x="18898" y="39023"/>
                      <a:pt x="39023" y="18898"/>
                      <a:pt x="63857" y="18874"/>
                    </a:cubicBezTo>
                    <a:moveTo>
                      <a:pt x="63857" y="0"/>
                    </a:moveTo>
                    <a:cubicBezTo>
                      <a:pt x="28590" y="0"/>
                      <a:pt x="0" y="28590"/>
                      <a:pt x="0" y="63857"/>
                    </a:cubicBezTo>
                    <a:cubicBezTo>
                      <a:pt x="0" y="99124"/>
                      <a:pt x="28590" y="127713"/>
                      <a:pt x="63857" y="127713"/>
                    </a:cubicBezTo>
                    <a:cubicBezTo>
                      <a:pt x="99124" y="127713"/>
                      <a:pt x="127713" y="99124"/>
                      <a:pt x="127713" y="63857"/>
                    </a:cubicBezTo>
                    <a:cubicBezTo>
                      <a:pt x="127713" y="28590"/>
                      <a:pt x="99124" y="0"/>
                      <a:pt x="63857" y="0"/>
                    </a:cubicBezTo>
                    <a:close/>
                  </a:path>
                </a:pathLst>
              </a:custGeom>
              <a:solidFill>
                <a:schemeClr val="accent4">
                  <a:lumMod val="60000"/>
                  <a:lumOff val="40000"/>
                  <a:alpha val="49071"/>
                </a:schemeClr>
              </a:solidFill>
              <a:ln w="610" cap="flat">
                <a:noFill/>
                <a:prstDash val="solid"/>
                <a:miter/>
              </a:ln>
            </p:spPr>
            <p:txBody>
              <a:bodyPr rtlCol="0" anchor="ctr">
                <a:noAutofit/>
              </a:bodyPr>
              <a:lstStyle/>
              <a:p>
                <a:endParaRPr lang="en-US" dirty="0"/>
              </a:p>
            </p:txBody>
          </p:sp>
          <p:sp>
            <p:nvSpPr>
              <p:cNvPr id="13" name="Graphic 12">
                <a:extLst>
                  <a:ext uri="{FF2B5EF4-FFF2-40B4-BE49-F238E27FC236}">
                    <a16:creationId xmlns:a16="http://schemas.microsoft.com/office/drawing/2014/main" id="{01D71DAD-ECC6-A850-88E4-A4EDCF494A24}"/>
                  </a:ext>
                  <a:ext uri="{C183D7F6-B498-43B3-948B-1728B52AA6E4}">
                    <adec:decorative xmlns:adec="http://schemas.microsoft.com/office/drawing/2017/decorative" val="1"/>
                  </a:ext>
                </a:extLst>
              </p:cNvPr>
              <p:cNvSpPr/>
              <p:nvPr/>
            </p:nvSpPr>
            <p:spPr>
              <a:xfrm>
                <a:off x="2256743" y="869908"/>
                <a:ext cx="45719" cy="37785"/>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4">
                  <a:lumMod val="60000"/>
                  <a:lumOff val="40000"/>
                  <a:alpha val="49071"/>
                </a:schemeClr>
              </a:solidFill>
              <a:ln w="422" cap="flat">
                <a:noFill/>
                <a:prstDash val="solid"/>
                <a:miter/>
              </a:ln>
            </p:spPr>
            <p:txBody>
              <a:bodyPr rtlCol="0" anchor="ctr">
                <a:noAutofit/>
              </a:bodyPr>
              <a:lstStyle/>
              <a:p>
                <a:endParaRPr lang="en-US" dirty="0"/>
              </a:p>
            </p:txBody>
          </p:sp>
        </p:grpSp>
        <p:grpSp>
          <p:nvGrpSpPr>
            <p:cNvPr id="14" name="Group 13">
              <a:extLst>
                <a:ext uri="{FF2B5EF4-FFF2-40B4-BE49-F238E27FC236}">
                  <a16:creationId xmlns:a16="http://schemas.microsoft.com/office/drawing/2014/main" id="{C632CC6D-6024-2368-8EBA-4B7A2D6428BC}"/>
                </a:ext>
              </a:extLst>
            </p:cNvPr>
            <p:cNvGrpSpPr/>
            <p:nvPr/>
          </p:nvGrpSpPr>
          <p:grpSpPr>
            <a:xfrm rot="20626702">
              <a:off x="10248169" y="5448942"/>
              <a:ext cx="431603" cy="412684"/>
              <a:chOff x="1870859" y="869908"/>
              <a:chExt cx="431603" cy="412684"/>
            </a:xfrm>
          </p:grpSpPr>
          <p:sp>
            <p:nvSpPr>
              <p:cNvPr id="6" name="Graphic 15">
                <a:extLst>
                  <a:ext uri="{FF2B5EF4-FFF2-40B4-BE49-F238E27FC236}">
                    <a16:creationId xmlns:a16="http://schemas.microsoft.com/office/drawing/2014/main" id="{B05BE7BE-7D54-A09B-8A67-6B28CF6BB6C0}"/>
                  </a:ext>
                  <a:ext uri="{C183D7F6-B498-43B3-948B-1728B52AA6E4}">
                    <adec:decorative xmlns:adec="http://schemas.microsoft.com/office/drawing/2017/decorative" val="1"/>
                  </a:ext>
                </a:extLst>
              </p:cNvPr>
              <p:cNvSpPr/>
              <p:nvPr/>
            </p:nvSpPr>
            <p:spPr>
              <a:xfrm rot="10800000">
                <a:off x="1870859" y="1154576"/>
                <a:ext cx="128016" cy="128016"/>
              </a:xfrm>
              <a:custGeom>
                <a:avLst/>
                <a:gdLst>
                  <a:gd name="connsiteX0" fmla="*/ 63857 w 127713"/>
                  <a:gd name="connsiteY0" fmla="*/ 18874 h 127713"/>
                  <a:gd name="connsiteX1" fmla="*/ 108839 w 127713"/>
                  <a:gd name="connsiteY1" fmla="*/ 63857 h 127713"/>
                  <a:gd name="connsiteX2" fmla="*/ 63857 w 127713"/>
                  <a:gd name="connsiteY2" fmla="*/ 108839 h 127713"/>
                  <a:gd name="connsiteX3" fmla="*/ 18874 w 127713"/>
                  <a:gd name="connsiteY3" fmla="*/ 63857 h 127713"/>
                  <a:gd name="connsiteX4" fmla="*/ 63857 w 127713"/>
                  <a:gd name="connsiteY4" fmla="*/ 18874 h 127713"/>
                  <a:gd name="connsiteX5" fmla="*/ 63857 w 127713"/>
                  <a:gd name="connsiteY5" fmla="*/ 0 h 127713"/>
                  <a:gd name="connsiteX6" fmla="*/ 0 w 127713"/>
                  <a:gd name="connsiteY6" fmla="*/ 63857 h 127713"/>
                  <a:gd name="connsiteX7" fmla="*/ 63857 w 127713"/>
                  <a:gd name="connsiteY7" fmla="*/ 127713 h 127713"/>
                  <a:gd name="connsiteX8" fmla="*/ 127713 w 127713"/>
                  <a:gd name="connsiteY8" fmla="*/ 63857 h 127713"/>
                  <a:gd name="connsiteX9" fmla="*/ 63857 w 127713"/>
                  <a:gd name="connsiteY9" fmla="*/ 0 h 127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3" h="127713">
                    <a:moveTo>
                      <a:pt x="63857" y="18874"/>
                    </a:moveTo>
                    <a:cubicBezTo>
                      <a:pt x="88700" y="18874"/>
                      <a:pt x="108839" y="39013"/>
                      <a:pt x="108839" y="63857"/>
                    </a:cubicBezTo>
                    <a:cubicBezTo>
                      <a:pt x="108839" y="88700"/>
                      <a:pt x="88700" y="108839"/>
                      <a:pt x="63857" y="108839"/>
                    </a:cubicBezTo>
                    <a:cubicBezTo>
                      <a:pt x="39013" y="108839"/>
                      <a:pt x="18874" y="88700"/>
                      <a:pt x="18874" y="63857"/>
                    </a:cubicBezTo>
                    <a:cubicBezTo>
                      <a:pt x="18898" y="39023"/>
                      <a:pt x="39023" y="18898"/>
                      <a:pt x="63857" y="18874"/>
                    </a:cubicBezTo>
                    <a:moveTo>
                      <a:pt x="63857" y="0"/>
                    </a:moveTo>
                    <a:cubicBezTo>
                      <a:pt x="28590" y="0"/>
                      <a:pt x="0" y="28590"/>
                      <a:pt x="0" y="63857"/>
                    </a:cubicBezTo>
                    <a:cubicBezTo>
                      <a:pt x="0" y="99124"/>
                      <a:pt x="28590" y="127713"/>
                      <a:pt x="63857" y="127713"/>
                    </a:cubicBezTo>
                    <a:cubicBezTo>
                      <a:pt x="99124" y="127713"/>
                      <a:pt x="127713" y="99124"/>
                      <a:pt x="127713" y="63857"/>
                    </a:cubicBezTo>
                    <a:cubicBezTo>
                      <a:pt x="127713" y="28590"/>
                      <a:pt x="99124" y="0"/>
                      <a:pt x="63857" y="0"/>
                    </a:cubicBezTo>
                    <a:close/>
                  </a:path>
                </a:pathLst>
              </a:custGeom>
              <a:solidFill>
                <a:schemeClr val="accent4">
                  <a:lumMod val="60000"/>
                  <a:lumOff val="40000"/>
                  <a:alpha val="49071"/>
                </a:schemeClr>
              </a:solidFill>
              <a:ln w="610" cap="flat">
                <a:noFill/>
                <a:prstDash val="solid"/>
                <a:miter/>
              </a:ln>
            </p:spPr>
            <p:txBody>
              <a:bodyPr rtlCol="0" anchor="ctr">
                <a:noAutofit/>
              </a:bodyPr>
              <a:lstStyle/>
              <a:p>
                <a:endParaRPr lang="en-US" dirty="0"/>
              </a:p>
            </p:txBody>
          </p:sp>
          <p:sp>
            <p:nvSpPr>
              <p:cNvPr id="7" name="Graphic 12">
                <a:extLst>
                  <a:ext uri="{FF2B5EF4-FFF2-40B4-BE49-F238E27FC236}">
                    <a16:creationId xmlns:a16="http://schemas.microsoft.com/office/drawing/2014/main" id="{258346A9-F75C-6704-EEED-CF7A8A0F8010}"/>
                  </a:ext>
                  <a:ext uri="{C183D7F6-B498-43B3-948B-1728B52AA6E4}">
                    <adec:decorative xmlns:adec="http://schemas.microsoft.com/office/drawing/2017/decorative" val="1"/>
                  </a:ext>
                </a:extLst>
              </p:cNvPr>
              <p:cNvSpPr/>
              <p:nvPr/>
            </p:nvSpPr>
            <p:spPr>
              <a:xfrm>
                <a:off x="2256743" y="869908"/>
                <a:ext cx="45719" cy="37785"/>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4">
                  <a:lumMod val="60000"/>
                  <a:lumOff val="40000"/>
                  <a:alpha val="49071"/>
                </a:schemeClr>
              </a:solidFill>
              <a:ln w="422" cap="flat">
                <a:noFill/>
                <a:prstDash val="solid"/>
                <a:miter/>
              </a:ln>
            </p:spPr>
            <p:txBody>
              <a:bodyPr rtlCol="0" anchor="ctr">
                <a:noAutofit/>
              </a:bodyPr>
              <a:lstStyle/>
              <a:p>
                <a:endParaRPr lang="en-US" dirty="0"/>
              </a:p>
            </p:txBody>
          </p:sp>
        </p:grpSp>
      </p:grpSp>
      <p:sp>
        <p:nvSpPr>
          <p:cNvPr id="2" name="Title 1">
            <a:extLst>
              <a:ext uri="{FF2B5EF4-FFF2-40B4-BE49-F238E27FC236}">
                <a16:creationId xmlns:a16="http://schemas.microsoft.com/office/drawing/2014/main" id="{782CC39D-03B1-4933-F236-462B5862EBEC}"/>
              </a:ext>
            </a:extLst>
          </p:cNvPr>
          <p:cNvSpPr>
            <a:spLocks noGrp="1"/>
          </p:cNvSpPr>
          <p:nvPr>
            <p:ph type="title"/>
          </p:nvPr>
        </p:nvSpPr>
        <p:spPr>
          <a:xfrm>
            <a:off x="2932448" y="264160"/>
            <a:ext cx="6327105" cy="3373973"/>
          </a:xfrm>
        </p:spPr>
        <p:txBody>
          <a:bodyPr anchor="b"/>
          <a:lstStyle>
            <a:lvl1pPr algn="ctr">
              <a:defRPr sz="3200" cap="all" spc="600" baseline="0">
                <a:solidFill>
                  <a:schemeClr val="accent3">
                    <a:lumMod val="75000"/>
                  </a:schemeClr>
                </a:solidFill>
              </a:defRPr>
            </a:lvl1pPr>
          </a:lstStyle>
          <a:p>
            <a:r>
              <a:rPr lang="en-US" dirty="0"/>
              <a:t>Click to edit Master title style</a:t>
            </a:r>
          </a:p>
        </p:txBody>
      </p:sp>
      <p:sp>
        <p:nvSpPr>
          <p:cNvPr id="5" name="Subtitle 2">
            <a:extLst>
              <a:ext uri="{FF2B5EF4-FFF2-40B4-BE49-F238E27FC236}">
                <a16:creationId xmlns:a16="http://schemas.microsoft.com/office/drawing/2014/main" id="{F711CA51-49DC-62CA-F147-F286B1C9DBD9}"/>
              </a:ext>
            </a:extLst>
          </p:cNvPr>
          <p:cNvSpPr>
            <a:spLocks noGrp="1"/>
          </p:cNvSpPr>
          <p:nvPr>
            <p:ph type="subTitle" idx="1" hasCustomPrompt="1"/>
          </p:nvPr>
        </p:nvSpPr>
        <p:spPr>
          <a:xfrm>
            <a:off x="2932448" y="3962135"/>
            <a:ext cx="6327105" cy="2653771"/>
          </a:xfrm>
        </p:spPr>
        <p:txBody>
          <a:bodyPr>
            <a:noAutofit/>
          </a:bodyPr>
          <a:lstStyle>
            <a:lvl1pPr marL="0" indent="0" algn="ctr">
              <a:buNone/>
              <a:defRPr sz="1800" b="0" i="0" cap="all" spc="300" baseline="0">
                <a:solidFill>
                  <a:schemeClr val="bg1"/>
                </a:solidFill>
                <a:latin typeface="+mj-lt"/>
                <a:cs typeface="Biome Light" panose="020B03030302040208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Tree>
    <p:extLst>
      <p:ext uri="{BB962C8B-B14F-4D97-AF65-F5344CB8AC3E}">
        <p14:creationId xmlns:p14="http://schemas.microsoft.com/office/powerpoint/2010/main" val="1118341458"/>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7_Title and 2 column">
    <p:bg>
      <p:bgPr>
        <a:gradFill>
          <a:gsLst>
            <a:gs pos="100000">
              <a:schemeClr val="tx2"/>
            </a:gs>
            <a:gs pos="81000">
              <a:schemeClr val="accent6"/>
            </a:gs>
            <a:gs pos="31000">
              <a:srgbClr val="02090E"/>
            </a:gs>
            <a:gs pos="14000">
              <a:schemeClr val="accent4">
                <a:lumMod val="75000"/>
              </a:schemeClr>
            </a:gs>
            <a:gs pos="0">
              <a:schemeClr val="accent4"/>
            </a:gs>
          </a:gsLst>
          <a:lin ang="7800000" scaled="0"/>
        </a:gradFill>
        <a:effectLst/>
      </p:bgPr>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9C7D5518-914C-92E3-E9EC-26752C9F05AD}"/>
              </a:ext>
              <a:ext uri="{C183D7F6-B498-43B3-948B-1728B52AA6E4}">
                <adec:decorative xmlns:adec="http://schemas.microsoft.com/office/drawing/2017/decorative" val="1"/>
              </a:ext>
            </a:extLst>
          </p:cNvPr>
          <p:cNvGrpSpPr/>
          <p:nvPr userDrawn="1"/>
        </p:nvGrpSpPr>
        <p:grpSpPr>
          <a:xfrm>
            <a:off x="-1" y="-6350"/>
            <a:ext cx="12192000" cy="6864350"/>
            <a:chOff x="-1" y="-6350"/>
            <a:chExt cx="12192000" cy="6864350"/>
          </a:xfrm>
        </p:grpSpPr>
        <p:sp>
          <p:nvSpPr>
            <p:cNvPr id="4" name="Rectangle 3">
              <a:extLst>
                <a:ext uri="{FF2B5EF4-FFF2-40B4-BE49-F238E27FC236}">
                  <a16:creationId xmlns:a16="http://schemas.microsoft.com/office/drawing/2014/main" id="{C82D0B82-F74C-65EF-3BF6-8EEA16F36B7D}"/>
                </a:ext>
                <a:ext uri="{C183D7F6-B498-43B3-948B-1728B52AA6E4}">
                  <adec:decorative xmlns:adec="http://schemas.microsoft.com/office/drawing/2017/decorative" val="1"/>
                </a:ext>
              </a:extLst>
            </p:cNvPr>
            <p:cNvSpPr/>
            <p:nvPr/>
          </p:nvSpPr>
          <p:spPr>
            <a:xfrm>
              <a:off x="1428750" y="-6350"/>
              <a:ext cx="10763249" cy="6864350"/>
            </a:xfrm>
            <a:prstGeom prst="rect">
              <a:avLst/>
            </a:prstGeom>
            <a:solidFill>
              <a:schemeClr val="tx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pic>
          <p:nvPicPr>
            <p:cNvPr id="6" name="Picture 5" descr="A blue and purple spiral&#10;&#10;Description automatically generated">
              <a:extLst>
                <a:ext uri="{FF2B5EF4-FFF2-40B4-BE49-F238E27FC236}">
                  <a16:creationId xmlns:a16="http://schemas.microsoft.com/office/drawing/2014/main" id="{44E12326-9CF4-38EC-1BAF-1F994F220899}"/>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b="-93"/>
            <a:stretch/>
          </p:blipFill>
          <p:spPr>
            <a:xfrm flipH="1">
              <a:off x="-1" y="0"/>
              <a:ext cx="1428751" cy="6858000"/>
            </a:xfrm>
            <a:prstGeom prst="rect">
              <a:avLst/>
            </a:prstGeom>
          </p:spPr>
        </p:pic>
        <p:grpSp>
          <p:nvGrpSpPr>
            <p:cNvPr id="7" name="Group 6">
              <a:extLst>
                <a:ext uri="{FF2B5EF4-FFF2-40B4-BE49-F238E27FC236}">
                  <a16:creationId xmlns:a16="http://schemas.microsoft.com/office/drawing/2014/main" id="{AD5C1D9C-B114-FC6A-9213-7287D39EAD9F}"/>
                </a:ext>
              </a:extLst>
            </p:cNvPr>
            <p:cNvGrpSpPr/>
            <p:nvPr/>
          </p:nvGrpSpPr>
          <p:grpSpPr>
            <a:xfrm>
              <a:off x="10649689" y="4382998"/>
              <a:ext cx="754139" cy="1865729"/>
              <a:chOff x="653351" y="2693558"/>
              <a:chExt cx="754139" cy="1865729"/>
            </a:xfrm>
          </p:grpSpPr>
          <p:sp>
            <p:nvSpPr>
              <p:cNvPr id="11" name="Graphic 15">
                <a:extLst>
                  <a:ext uri="{FF2B5EF4-FFF2-40B4-BE49-F238E27FC236}">
                    <a16:creationId xmlns:a16="http://schemas.microsoft.com/office/drawing/2014/main" id="{2BC89B10-C93E-8CE5-73B3-F6049168C313}"/>
                  </a:ext>
                  <a:ext uri="{C183D7F6-B498-43B3-948B-1728B52AA6E4}">
                    <adec:decorative xmlns:adec="http://schemas.microsoft.com/office/drawing/2017/decorative" val="1"/>
                  </a:ext>
                </a:extLst>
              </p:cNvPr>
              <p:cNvSpPr/>
              <p:nvPr/>
            </p:nvSpPr>
            <p:spPr>
              <a:xfrm>
                <a:off x="1098137" y="2693558"/>
                <a:ext cx="128016" cy="128016"/>
              </a:xfrm>
              <a:custGeom>
                <a:avLst/>
                <a:gdLst>
                  <a:gd name="connsiteX0" fmla="*/ 63857 w 127713"/>
                  <a:gd name="connsiteY0" fmla="*/ 18874 h 127713"/>
                  <a:gd name="connsiteX1" fmla="*/ 108839 w 127713"/>
                  <a:gd name="connsiteY1" fmla="*/ 63857 h 127713"/>
                  <a:gd name="connsiteX2" fmla="*/ 63857 w 127713"/>
                  <a:gd name="connsiteY2" fmla="*/ 108839 h 127713"/>
                  <a:gd name="connsiteX3" fmla="*/ 18874 w 127713"/>
                  <a:gd name="connsiteY3" fmla="*/ 63857 h 127713"/>
                  <a:gd name="connsiteX4" fmla="*/ 63857 w 127713"/>
                  <a:gd name="connsiteY4" fmla="*/ 18874 h 127713"/>
                  <a:gd name="connsiteX5" fmla="*/ 63857 w 127713"/>
                  <a:gd name="connsiteY5" fmla="*/ 0 h 127713"/>
                  <a:gd name="connsiteX6" fmla="*/ 0 w 127713"/>
                  <a:gd name="connsiteY6" fmla="*/ 63857 h 127713"/>
                  <a:gd name="connsiteX7" fmla="*/ 63857 w 127713"/>
                  <a:gd name="connsiteY7" fmla="*/ 127713 h 127713"/>
                  <a:gd name="connsiteX8" fmla="*/ 127713 w 127713"/>
                  <a:gd name="connsiteY8" fmla="*/ 63857 h 127713"/>
                  <a:gd name="connsiteX9" fmla="*/ 63857 w 127713"/>
                  <a:gd name="connsiteY9" fmla="*/ 0 h 127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3" h="127713">
                    <a:moveTo>
                      <a:pt x="63857" y="18874"/>
                    </a:moveTo>
                    <a:cubicBezTo>
                      <a:pt x="88700" y="18874"/>
                      <a:pt x="108839" y="39013"/>
                      <a:pt x="108839" y="63857"/>
                    </a:cubicBezTo>
                    <a:cubicBezTo>
                      <a:pt x="108839" y="88700"/>
                      <a:pt x="88700" y="108839"/>
                      <a:pt x="63857" y="108839"/>
                    </a:cubicBezTo>
                    <a:cubicBezTo>
                      <a:pt x="39013" y="108839"/>
                      <a:pt x="18874" y="88700"/>
                      <a:pt x="18874" y="63857"/>
                    </a:cubicBezTo>
                    <a:cubicBezTo>
                      <a:pt x="18898" y="39023"/>
                      <a:pt x="39023" y="18898"/>
                      <a:pt x="63857" y="18874"/>
                    </a:cubicBezTo>
                    <a:moveTo>
                      <a:pt x="63857" y="0"/>
                    </a:moveTo>
                    <a:cubicBezTo>
                      <a:pt x="28590" y="0"/>
                      <a:pt x="0" y="28590"/>
                      <a:pt x="0" y="63857"/>
                    </a:cubicBezTo>
                    <a:cubicBezTo>
                      <a:pt x="0" y="99124"/>
                      <a:pt x="28590" y="127713"/>
                      <a:pt x="63857" y="127713"/>
                    </a:cubicBezTo>
                    <a:cubicBezTo>
                      <a:pt x="99124" y="127713"/>
                      <a:pt x="127713" y="99124"/>
                      <a:pt x="127713" y="63857"/>
                    </a:cubicBezTo>
                    <a:cubicBezTo>
                      <a:pt x="127713" y="28590"/>
                      <a:pt x="99124" y="0"/>
                      <a:pt x="63857" y="0"/>
                    </a:cubicBezTo>
                    <a:close/>
                  </a:path>
                </a:pathLst>
              </a:custGeom>
              <a:solidFill>
                <a:schemeClr val="accent4">
                  <a:lumMod val="60000"/>
                  <a:lumOff val="40000"/>
                  <a:alpha val="49071"/>
                </a:schemeClr>
              </a:solidFill>
              <a:ln w="610" cap="flat">
                <a:noFill/>
                <a:prstDash val="solid"/>
                <a:miter/>
              </a:ln>
            </p:spPr>
            <p:txBody>
              <a:bodyPr rtlCol="0" anchor="ctr">
                <a:noAutofit/>
              </a:bodyPr>
              <a:lstStyle/>
              <a:p>
                <a:endParaRPr lang="en-US" dirty="0"/>
              </a:p>
            </p:txBody>
          </p:sp>
          <p:sp>
            <p:nvSpPr>
              <p:cNvPr id="12" name="Graphic 12">
                <a:extLst>
                  <a:ext uri="{FF2B5EF4-FFF2-40B4-BE49-F238E27FC236}">
                    <a16:creationId xmlns:a16="http://schemas.microsoft.com/office/drawing/2014/main" id="{39DB2AA2-9661-AC91-932D-2F1BEC47BD84}"/>
                  </a:ext>
                  <a:ext uri="{C183D7F6-B498-43B3-948B-1728B52AA6E4}">
                    <adec:decorative xmlns:adec="http://schemas.microsoft.com/office/drawing/2017/decorative" val="1"/>
                  </a:ext>
                </a:extLst>
              </p:cNvPr>
              <p:cNvSpPr/>
              <p:nvPr/>
            </p:nvSpPr>
            <p:spPr>
              <a:xfrm>
                <a:off x="1306906" y="3837599"/>
                <a:ext cx="100584" cy="100584"/>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4">
                  <a:lumMod val="60000"/>
                  <a:lumOff val="40000"/>
                  <a:alpha val="49071"/>
                </a:schemeClr>
              </a:solidFill>
              <a:ln w="422" cap="flat">
                <a:noFill/>
                <a:prstDash val="solid"/>
                <a:miter/>
              </a:ln>
            </p:spPr>
            <p:txBody>
              <a:bodyPr rtlCol="0" anchor="ctr">
                <a:noAutofit/>
              </a:bodyPr>
              <a:lstStyle/>
              <a:p>
                <a:endParaRPr lang="en-US" dirty="0"/>
              </a:p>
            </p:txBody>
          </p:sp>
          <p:sp>
            <p:nvSpPr>
              <p:cNvPr id="13" name="Graphic 12">
                <a:extLst>
                  <a:ext uri="{FF2B5EF4-FFF2-40B4-BE49-F238E27FC236}">
                    <a16:creationId xmlns:a16="http://schemas.microsoft.com/office/drawing/2014/main" id="{86C9AC9B-3792-E880-03FE-D46FB046AB63}"/>
                  </a:ext>
                  <a:ext uri="{C183D7F6-B498-43B3-948B-1728B52AA6E4}">
                    <adec:decorative xmlns:adec="http://schemas.microsoft.com/office/drawing/2017/decorative" val="1"/>
                  </a:ext>
                </a:extLst>
              </p:cNvPr>
              <p:cNvSpPr/>
              <p:nvPr/>
            </p:nvSpPr>
            <p:spPr>
              <a:xfrm>
                <a:off x="653351" y="4521502"/>
                <a:ext cx="45719" cy="37785"/>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4">
                  <a:lumMod val="60000"/>
                  <a:lumOff val="40000"/>
                  <a:alpha val="49071"/>
                </a:schemeClr>
              </a:solidFill>
              <a:ln w="422" cap="flat">
                <a:noFill/>
                <a:prstDash val="solid"/>
                <a:miter/>
              </a:ln>
            </p:spPr>
            <p:txBody>
              <a:bodyPr rtlCol="0" anchor="ctr">
                <a:noAutofit/>
              </a:bodyPr>
              <a:lstStyle/>
              <a:p>
                <a:endParaRPr lang="en-US" dirty="0"/>
              </a:p>
            </p:txBody>
          </p:sp>
        </p:grpSp>
        <p:grpSp>
          <p:nvGrpSpPr>
            <p:cNvPr id="8" name="Group 7">
              <a:extLst>
                <a:ext uri="{FF2B5EF4-FFF2-40B4-BE49-F238E27FC236}">
                  <a16:creationId xmlns:a16="http://schemas.microsoft.com/office/drawing/2014/main" id="{1142A133-65D6-D958-C0CD-E8D45B9BD7BB}"/>
                </a:ext>
              </a:extLst>
            </p:cNvPr>
            <p:cNvGrpSpPr/>
            <p:nvPr/>
          </p:nvGrpSpPr>
          <p:grpSpPr>
            <a:xfrm>
              <a:off x="1870859" y="869908"/>
              <a:ext cx="431603" cy="412684"/>
              <a:chOff x="1870859" y="869908"/>
              <a:chExt cx="431603" cy="412684"/>
            </a:xfrm>
          </p:grpSpPr>
          <p:sp>
            <p:nvSpPr>
              <p:cNvPr id="9" name="Graphic 15">
                <a:extLst>
                  <a:ext uri="{FF2B5EF4-FFF2-40B4-BE49-F238E27FC236}">
                    <a16:creationId xmlns:a16="http://schemas.microsoft.com/office/drawing/2014/main" id="{A746B023-387D-4EAC-052B-60F131E6E707}"/>
                  </a:ext>
                  <a:ext uri="{C183D7F6-B498-43B3-948B-1728B52AA6E4}">
                    <adec:decorative xmlns:adec="http://schemas.microsoft.com/office/drawing/2017/decorative" val="1"/>
                  </a:ext>
                </a:extLst>
              </p:cNvPr>
              <p:cNvSpPr/>
              <p:nvPr/>
            </p:nvSpPr>
            <p:spPr>
              <a:xfrm rot="10800000">
                <a:off x="1870859" y="1154576"/>
                <a:ext cx="128016" cy="128016"/>
              </a:xfrm>
              <a:custGeom>
                <a:avLst/>
                <a:gdLst>
                  <a:gd name="connsiteX0" fmla="*/ 63857 w 127713"/>
                  <a:gd name="connsiteY0" fmla="*/ 18874 h 127713"/>
                  <a:gd name="connsiteX1" fmla="*/ 108839 w 127713"/>
                  <a:gd name="connsiteY1" fmla="*/ 63857 h 127713"/>
                  <a:gd name="connsiteX2" fmla="*/ 63857 w 127713"/>
                  <a:gd name="connsiteY2" fmla="*/ 108839 h 127713"/>
                  <a:gd name="connsiteX3" fmla="*/ 18874 w 127713"/>
                  <a:gd name="connsiteY3" fmla="*/ 63857 h 127713"/>
                  <a:gd name="connsiteX4" fmla="*/ 63857 w 127713"/>
                  <a:gd name="connsiteY4" fmla="*/ 18874 h 127713"/>
                  <a:gd name="connsiteX5" fmla="*/ 63857 w 127713"/>
                  <a:gd name="connsiteY5" fmla="*/ 0 h 127713"/>
                  <a:gd name="connsiteX6" fmla="*/ 0 w 127713"/>
                  <a:gd name="connsiteY6" fmla="*/ 63857 h 127713"/>
                  <a:gd name="connsiteX7" fmla="*/ 63857 w 127713"/>
                  <a:gd name="connsiteY7" fmla="*/ 127713 h 127713"/>
                  <a:gd name="connsiteX8" fmla="*/ 127713 w 127713"/>
                  <a:gd name="connsiteY8" fmla="*/ 63857 h 127713"/>
                  <a:gd name="connsiteX9" fmla="*/ 63857 w 127713"/>
                  <a:gd name="connsiteY9" fmla="*/ 0 h 127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3" h="127713">
                    <a:moveTo>
                      <a:pt x="63857" y="18874"/>
                    </a:moveTo>
                    <a:cubicBezTo>
                      <a:pt x="88700" y="18874"/>
                      <a:pt x="108839" y="39013"/>
                      <a:pt x="108839" y="63857"/>
                    </a:cubicBezTo>
                    <a:cubicBezTo>
                      <a:pt x="108839" y="88700"/>
                      <a:pt x="88700" y="108839"/>
                      <a:pt x="63857" y="108839"/>
                    </a:cubicBezTo>
                    <a:cubicBezTo>
                      <a:pt x="39013" y="108839"/>
                      <a:pt x="18874" y="88700"/>
                      <a:pt x="18874" y="63857"/>
                    </a:cubicBezTo>
                    <a:cubicBezTo>
                      <a:pt x="18898" y="39023"/>
                      <a:pt x="39023" y="18898"/>
                      <a:pt x="63857" y="18874"/>
                    </a:cubicBezTo>
                    <a:moveTo>
                      <a:pt x="63857" y="0"/>
                    </a:moveTo>
                    <a:cubicBezTo>
                      <a:pt x="28590" y="0"/>
                      <a:pt x="0" y="28590"/>
                      <a:pt x="0" y="63857"/>
                    </a:cubicBezTo>
                    <a:cubicBezTo>
                      <a:pt x="0" y="99124"/>
                      <a:pt x="28590" y="127713"/>
                      <a:pt x="63857" y="127713"/>
                    </a:cubicBezTo>
                    <a:cubicBezTo>
                      <a:pt x="99124" y="127713"/>
                      <a:pt x="127713" y="99124"/>
                      <a:pt x="127713" y="63857"/>
                    </a:cubicBezTo>
                    <a:cubicBezTo>
                      <a:pt x="127713" y="28590"/>
                      <a:pt x="99124" y="0"/>
                      <a:pt x="63857" y="0"/>
                    </a:cubicBezTo>
                    <a:close/>
                  </a:path>
                </a:pathLst>
              </a:custGeom>
              <a:solidFill>
                <a:schemeClr val="accent4">
                  <a:lumMod val="60000"/>
                  <a:lumOff val="40000"/>
                  <a:alpha val="49071"/>
                </a:schemeClr>
              </a:solidFill>
              <a:ln w="610" cap="flat">
                <a:noFill/>
                <a:prstDash val="solid"/>
                <a:miter/>
              </a:ln>
            </p:spPr>
            <p:txBody>
              <a:bodyPr rtlCol="0" anchor="ctr">
                <a:noAutofit/>
              </a:bodyPr>
              <a:lstStyle/>
              <a:p>
                <a:endParaRPr lang="en-US" dirty="0"/>
              </a:p>
            </p:txBody>
          </p:sp>
          <p:sp>
            <p:nvSpPr>
              <p:cNvPr id="10" name="Graphic 12">
                <a:extLst>
                  <a:ext uri="{FF2B5EF4-FFF2-40B4-BE49-F238E27FC236}">
                    <a16:creationId xmlns:a16="http://schemas.microsoft.com/office/drawing/2014/main" id="{20760125-21CF-A296-3EA7-3C6C0E9BCB2F}"/>
                  </a:ext>
                  <a:ext uri="{C183D7F6-B498-43B3-948B-1728B52AA6E4}">
                    <adec:decorative xmlns:adec="http://schemas.microsoft.com/office/drawing/2017/decorative" val="1"/>
                  </a:ext>
                </a:extLst>
              </p:cNvPr>
              <p:cNvSpPr/>
              <p:nvPr/>
            </p:nvSpPr>
            <p:spPr>
              <a:xfrm>
                <a:off x="2256743" y="869908"/>
                <a:ext cx="45719" cy="37785"/>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4">
                  <a:lumMod val="60000"/>
                  <a:lumOff val="40000"/>
                  <a:alpha val="49071"/>
                </a:schemeClr>
              </a:solidFill>
              <a:ln w="422" cap="flat">
                <a:noFill/>
                <a:prstDash val="solid"/>
                <a:miter/>
              </a:ln>
            </p:spPr>
            <p:txBody>
              <a:bodyPr rtlCol="0" anchor="ctr">
                <a:noAutofit/>
              </a:bodyPr>
              <a:lstStyle/>
              <a:p>
                <a:endParaRPr lang="en-US" dirty="0"/>
              </a:p>
            </p:txBody>
          </p:sp>
        </p:grpSp>
      </p:grpSp>
      <p:cxnSp>
        <p:nvCxnSpPr>
          <p:cNvPr id="14" name="Straight Connector 13">
            <a:extLst>
              <a:ext uri="{FF2B5EF4-FFF2-40B4-BE49-F238E27FC236}">
                <a16:creationId xmlns:a16="http://schemas.microsoft.com/office/drawing/2014/main" id="{7F851D11-41E3-33F2-CBA6-B2A9A5A2A517}"/>
              </a:ext>
              <a:ext uri="{C183D7F6-B498-43B3-948B-1728B52AA6E4}">
                <adec:decorative xmlns:adec="http://schemas.microsoft.com/office/drawing/2017/decorative" val="1"/>
              </a:ext>
            </a:extLst>
          </p:cNvPr>
          <p:cNvCxnSpPr>
            <a:cxnSpLocks/>
          </p:cNvCxnSpPr>
          <p:nvPr userDrawn="1"/>
        </p:nvCxnSpPr>
        <p:spPr>
          <a:xfrm>
            <a:off x="2369139" y="2002443"/>
            <a:ext cx="8873530" cy="0"/>
          </a:xfrm>
          <a:prstGeom prst="line">
            <a:avLst/>
          </a:prstGeom>
          <a:ln w="25400">
            <a:gradFill>
              <a:gsLst>
                <a:gs pos="0">
                  <a:schemeClr val="accent4">
                    <a:lumMod val="50000"/>
                  </a:schemeClr>
                </a:gs>
                <a:gs pos="100000">
                  <a:schemeClr val="accent6"/>
                </a:gs>
              </a:gsLst>
              <a:lin ang="10800000" scaled="0"/>
            </a:gra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DF8070BB-B3B5-3A8A-2466-D661C741794F}"/>
              </a:ext>
            </a:extLst>
          </p:cNvPr>
          <p:cNvSpPr>
            <a:spLocks noGrp="1"/>
          </p:cNvSpPr>
          <p:nvPr>
            <p:ph type="title" hasCustomPrompt="1"/>
          </p:nvPr>
        </p:nvSpPr>
        <p:spPr>
          <a:xfrm>
            <a:off x="2399620" y="162560"/>
            <a:ext cx="8843050" cy="1616904"/>
          </a:xfrm>
        </p:spPr>
        <p:txBody>
          <a:bodyPr lIns="0" anchor="b">
            <a:noAutofit/>
          </a:bodyPr>
          <a:lstStyle>
            <a:lvl1pPr algn="l">
              <a:defRPr sz="3200" cap="all" spc="0" baseline="0">
                <a:solidFill>
                  <a:schemeClr val="accent3">
                    <a:lumMod val="75000"/>
                  </a:schemeClr>
                </a:solidFill>
              </a:defRPr>
            </a:lvl1pPr>
          </a:lstStyle>
          <a:p>
            <a:r>
              <a:rPr lang="en-US" dirty="0"/>
              <a:t>Click to add title</a:t>
            </a:r>
          </a:p>
        </p:txBody>
      </p:sp>
      <p:sp>
        <p:nvSpPr>
          <p:cNvPr id="5" name="Content Placeholder 4">
            <a:extLst>
              <a:ext uri="{FF2B5EF4-FFF2-40B4-BE49-F238E27FC236}">
                <a16:creationId xmlns:a16="http://schemas.microsoft.com/office/drawing/2014/main" id="{A2003C5A-BF21-DE87-0ED1-3E2D0F32B5D8}"/>
              </a:ext>
            </a:extLst>
          </p:cNvPr>
          <p:cNvSpPr>
            <a:spLocks noGrp="1"/>
          </p:cNvSpPr>
          <p:nvPr>
            <p:ph sz="quarter" idx="35" hasCustomPrompt="1"/>
          </p:nvPr>
        </p:nvSpPr>
        <p:spPr>
          <a:xfrm>
            <a:off x="2373002" y="2474811"/>
            <a:ext cx="4015098" cy="3528397"/>
          </a:xfrm>
        </p:spPr>
        <p:txBody>
          <a:bodyPr/>
          <a:lstStyle>
            <a:lvl1pPr marL="0" indent="0">
              <a:lnSpc>
                <a:spcPct val="120000"/>
              </a:lnSpc>
              <a:spcBef>
                <a:spcPts val="1000"/>
              </a:spcBef>
              <a:buClr>
                <a:schemeClr val="accent6"/>
              </a:buClr>
              <a:buFont typeface="Arial" panose="020B0604020202020204" pitchFamily="34" charset="0"/>
              <a:buNone/>
              <a:defRPr sz="1800" spc="0" baseline="0">
                <a:solidFill>
                  <a:schemeClr val="bg1"/>
                </a:solidFill>
                <a:latin typeface="+mn-lt"/>
              </a:defRPr>
            </a:lvl1pPr>
            <a:lvl2pPr marL="283464" indent="-285750">
              <a:lnSpc>
                <a:spcPct val="120000"/>
              </a:lnSpc>
              <a:spcBef>
                <a:spcPts val="1000"/>
              </a:spcBef>
              <a:buClr>
                <a:schemeClr val="accent3">
                  <a:lumMod val="75000"/>
                </a:schemeClr>
              </a:buClr>
              <a:buFont typeface="Arial" panose="020B0604020202020204" pitchFamily="34" charset="0"/>
              <a:buChar char="•"/>
              <a:defRPr sz="1800" spc="0">
                <a:solidFill>
                  <a:schemeClr val="bg1"/>
                </a:solidFill>
              </a:defRPr>
            </a:lvl2pPr>
            <a:lvl3pPr marL="566928" indent="-285750">
              <a:lnSpc>
                <a:spcPct val="120000"/>
              </a:lnSpc>
              <a:spcBef>
                <a:spcPts val="1000"/>
              </a:spcBef>
              <a:buClr>
                <a:schemeClr val="accent3">
                  <a:lumMod val="75000"/>
                </a:schemeClr>
              </a:buClr>
              <a:buFont typeface="Arial" panose="020B0604020202020204" pitchFamily="34" charset="0"/>
              <a:buChar char="•"/>
              <a:defRPr sz="1800" spc="0">
                <a:solidFill>
                  <a:schemeClr val="bg1"/>
                </a:solidFill>
              </a:defRPr>
            </a:lvl3pPr>
            <a:lvl4pPr marL="859536" indent="-285750">
              <a:lnSpc>
                <a:spcPct val="120000"/>
              </a:lnSpc>
              <a:spcBef>
                <a:spcPts val="1000"/>
              </a:spcBef>
              <a:buClr>
                <a:schemeClr val="accent3">
                  <a:lumMod val="75000"/>
                </a:schemeClr>
              </a:buClr>
              <a:buFont typeface="Arial" panose="020B0604020202020204" pitchFamily="34" charset="0"/>
              <a:buChar char="•"/>
              <a:defRPr sz="1800" spc="0">
                <a:solidFill>
                  <a:schemeClr val="bg1"/>
                </a:solidFill>
              </a:defRPr>
            </a:lvl4pPr>
          </a:lstStyle>
          <a:p>
            <a:pPr lvl="0"/>
            <a:r>
              <a:rPr lang="en-US" dirty="0"/>
              <a:t>Click to add content</a:t>
            </a:r>
          </a:p>
          <a:p>
            <a:pPr lvl="1"/>
            <a:r>
              <a:rPr lang="en-US" dirty="0"/>
              <a:t>Second level</a:t>
            </a:r>
          </a:p>
          <a:p>
            <a:pPr lvl="2"/>
            <a:r>
              <a:rPr lang="en-US" dirty="0"/>
              <a:t>Third level</a:t>
            </a:r>
          </a:p>
          <a:p>
            <a:pPr lvl="3"/>
            <a:r>
              <a:rPr lang="en-US" dirty="0"/>
              <a:t>Fourth level</a:t>
            </a:r>
          </a:p>
        </p:txBody>
      </p:sp>
      <p:sp>
        <p:nvSpPr>
          <p:cNvPr id="21" name="Content Placeholder 4">
            <a:extLst>
              <a:ext uri="{FF2B5EF4-FFF2-40B4-BE49-F238E27FC236}">
                <a16:creationId xmlns:a16="http://schemas.microsoft.com/office/drawing/2014/main" id="{D77F99A7-26FA-422E-43E9-C76B4A56E44A}"/>
              </a:ext>
            </a:extLst>
          </p:cNvPr>
          <p:cNvSpPr>
            <a:spLocks noGrp="1"/>
          </p:cNvSpPr>
          <p:nvPr>
            <p:ph sz="quarter" idx="36" hasCustomPrompt="1"/>
          </p:nvPr>
        </p:nvSpPr>
        <p:spPr>
          <a:xfrm>
            <a:off x="6995159" y="2474811"/>
            <a:ext cx="4227332" cy="3528397"/>
          </a:xfrm>
        </p:spPr>
        <p:txBody>
          <a:bodyPr/>
          <a:lstStyle>
            <a:lvl1pPr marL="0" indent="0">
              <a:lnSpc>
                <a:spcPct val="120000"/>
              </a:lnSpc>
              <a:spcBef>
                <a:spcPts val="1000"/>
              </a:spcBef>
              <a:buClr>
                <a:schemeClr val="accent6"/>
              </a:buClr>
              <a:buFont typeface="Arial" panose="020B0604020202020204" pitchFamily="34" charset="0"/>
              <a:buNone/>
              <a:defRPr sz="1800" spc="0" baseline="0">
                <a:solidFill>
                  <a:schemeClr val="bg1"/>
                </a:solidFill>
                <a:latin typeface="+mn-lt"/>
              </a:defRPr>
            </a:lvl1pPr>
            <a:lvl2pPr marL="283464" indent="-285750">
              <a:lnSpc>
                <a:spcPct val="120000"/>
              </a:lnSpc>
              <a:spcBef>
                <a:spcPts val="1000"/>
              </a:spcBef>
              <a:buClr>
                <a:schemeClr val="accent3">
                  <a:lumMod val="75000"/>
                </a:schemeClr>
              </a:buClr>
              <a:buFont typeface="Arial" panose="020B0604020202020204" pitchFamily="34" charset="0"/>
              <a:buChar char="•"/>
              <a:defRPr sz="1800" spc="0">
                <a:solidFill>
                  <a:schemeClr val="bg1"/>
                </a:solidFill>
              </a:defRPr>
            </a:lvl2pPr>
            <a:lvl3pPr marL="566928" indent="-285750">
              <a:lnSpc>
                <a:spcPct val="120000"/>
              </a:lnSpc>
              <a:spcBef>
                <a:spcPts val="1000"/>
              </a:spcBef>
              <a:buClr>
                <a:schemeClr val="accent3">
                  <a:lumMod val="75000"/>
                </a:schemeClr>
              </a:buClr>
              <a:buFont typeface="Arial" panose="020B0604020202020204" pitchFamily="34" charset="0"/>
              <a:buChar char="•"/>
              <a:defRPr sz="1800" spc="0">
                <a:solidFill>
                  <a:schemeClr val="bg1"/>
                </a:solidFill>
              </a:defRPr>
            </a:lvl3pPr>
            <a:lvl4pPr marL="859536" indent="-285750">
              <a:lnSpc>
                <a:spcPct val="120000"/>
              </a:lnSpc>
              <a:spcBef>
                <a:spcPts val="1000"/>
              </a:spcBef>
              <a:buClr>
                <a:schemeClr val="accent3">
                  <a:lumMod val="75000"/>
                </a:schemeClr>
              </a:buClr>
              <a:buFont typeface="Arial" panose="020B0604020202020204" pitchFamily="34" charset="0"/>
              <a:buChar char="•"/>
              <a:defRPr sz="1800" spc="0">
                <a:solidFill>
                  <a:schemeClr val="bg1"/>
                </a:solidFill>
              </a:defRPr>
            </a:lvl4pPr>
          </a:lstStyle>
          <a:p>
            <a:pPr lvl="0"/>
            <a:r>
              <a:rPr lang="en-US" dirty="0"/>
              <a:t>Click to add content</a:t>
            </a:r>
          </a:p>
          <a:p>
            <a:pPr lvl="1"/>
            <a:r>
              <a:rPr lang="en-US" dirty="0"/>
              <a:t>Second level</a:t>
            </a:r>
          </a:p>
          <a:p>
            <a:pPr lvl="2"/>
            <a:r>
              <a:rPr lang="en-US" dirty="0"/>
              <a:t>Third level</a:t>
            </a:r>
          </a:p>
          <a:p>
            <a:pPr lvl="3"/>
            <a:r>
              <a:rPr lang="en-US" dirty="0"/>
              <a:t>Fourth level</a:t>
            </a:r>
          </a:p>
        </p:txBody>
      </p:sp>
      <p:sp>
        <p:nvSpPr>
          <p:cNvPr id="15" name="Footer Placeholder 4">
            <a:extLst>
              <a:ext uri="{FF2B5EF4-FFF2-40B4-BE49-F238E27FC236}">
                <a16:creationId xmlns:a16="http://schemas.microsoft.com/office/drawing/2014/main" id="{B02A6961-FD29-3446-6A70-B0D4EE5D14C5}"/>
              </a:ext>
            </a:extLst>
          </p:cNvPr>
          <p:cNvSpPr>
            <a:spLocks noGrp="1"/>
          </p:cNvSpPr>
          <p:nvPr>
            <p:ph type="ftr" sz="quarter" idx="11"/>
          </p:nvPr>
        </p:nvSpPr>
        <p:spPr>
          <a:xfrm>
            <a:off x="336405" y="6237287"/>
            <a:ext cx="4114800" cy="365125"/>
          </a:xfrm>
        </p:spPr>
        <p:txBody>
          <a:bodyPr>
            <a:noAutofit/>
          </a:bodyPr>
          <a:lstStyle>
            <a:lvl1pPr algn="l">
              <a:defRPr sz="1200" spc="0">
                <a:solidFill>
                  <a:schemeClr val="bg1"/>
                </a:solidFill>
              </a:defRPr>
            </a:lvl1pPr>
          </a:lstStyle>
          <a:p>
            <a:r>
              <a:rPr lang="en-US" dirty="0"/>
              <a:t>Presentation title</a:t>
            </a:r>
          </a:p>
        </p:txBody>
      </p:sp>
      <p:sp>
        <p:nvSpPr>
          <p:cNvPr id="16" name="Slide Number Placeholder 5">
            <a:extLst>
              <a:ext uri="{FF2B5EF4-FFF2-40B4-BE49-F238E27FC236}">
                <a16:creationId xmlns:a16="http://schemas.microsoft.com/office/drawing/2014/main" id="{68477A85-1CCD-1BF5-8FF0-11B80AE2F6FC}"/>
              </a:ext>
            </a:extLst>
          </p:cNvPr>
          <p:cNvSpPr>
            <a:spLocks noGrp="1"/>
          </p:cNvSpPr>
          <p:nvPr>
            <p:ph type="sldNum" sz="quarter" idx="12"/>
          </p:nvPr>
        </p:nvSpPr>
        <p:spPr>
          <a:xfrm>
            <a:off x="9140971" y="6226198"/>
            <a:ext cx="2743200" cy="365125"/>
          </a:xfrm>
        </p:spPr>
        <p:txBody>
          <a:bodyPr>
            <a:noAutofit/>
          </a:bodyPr>
          <a:lstStyle>
            <a:lvl1pPr>
              <a:defRPr sz="1200">
                <a:solidFill>
                  <a:schemeClr val="bg1"/>
                </a:solidFill>
              </a:defRPr>
            </a:lvl1pPr>
          </a:lstStyle>
          <a:p>
            <a:fld id="{FE024F78-56A6-7740-B68D-8D4D026EDF3F}" type="slidenum">
              <a:rPr lang="en-US" smtClean="0"/>
              <a:pPr/>
              <a:t>‹#›</a:t>
            </a:fld>
            <a:endParaRPr lang="en-US" dirty="0"/>
          </a:p>
        </p:txBody>
      </p:sp>
    </p:spTree>
    <p:extLst>
      <p:ext uri="{BB962C8B-B14F-4D97-AF65-F5344CB8AC3E}">
        <p14:creationId xmlns:p14="http://schemas.microsoft.com/office/powerpoint/2010/main" val="1275828426"/>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8_Title and 2 column">
    <p:bg>
      <p:bgPr>
        <a:gradFill>
          <a:gsLst>
            <a:gs pos="100000">
              <a:schemeClr val="tx2"/>
            </a:gs>
            <a:gs pos="81000">
              <a:schemeClr val="accent6"/>
            </a:gs>
            <a:gs pos="31000">
              <a:srgbClr val="02090E"/>
            </a:gs>
            <a:gs pos="14000">
              <a:schemeClr val="accent4">
                <a:lumMod val="75000"/>
              </a:schemeClr>
            </a:gs>
            <a:gs pos="0">
              <a:schemeClr val="accent4"/>
            </a:gs>
          </a:gsLst>
          <a:lin ang="7800000" scaled="0"/>
        </a:gra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B3A7247A-846A-F316-B494-69B42CBF34DD}"/>
              </a:ext>
              <a:ext uri="{C183D7F6-B498-43B3-948B-1728B52AA6E4}">
                <adec:decorative xmlns:adec="http://schemas.microsoft.com/office/drawing/2017/decorative" val="1"/>
              </a:ext>
            </a:extLst>
          </p:cNvPr>
          <p:cNvSpPr/>
          <p:nvPr userDrawn="1"/>
        </p:nvSpPr>
        <p:spPr>
          <a:xfrm>
            <a:off x="321869" y="343814"/>
            <a:ext cx="11550701" cy="6210605"/>
          </a:xfrm>
          <a:prstGeom prst="rect">
            <a:avLst/>
          </a:prstGeom>
          <a:solidFill>
            <a:schemeClr val="tx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cxnSp>
        <p:nvCxnSpPr>
          <p:cNvPr id="4" name="Straight Connector 3">
            <a:extLst>
              <a:ext uri="{FF2B5EF4-FFF2-40B4-BE49-F238E27FC236}">
                <a16:creationId xmlns:a16="http://schemas.microsoft.com/office/drawing/2014/main" id="{884B3AF6-983E-0901-0045-6CDF4E93E1BA}"/>
              </a:ext>
              <a:ext uri="{C183D7F6-B498-43B3-948B-1728B52AA6E4}">
                <adec:decorative xmlns:adec="http://schemas.microsoft.com/office/drawing/2017/decorative" val="1"/>
              </a:ext>
            </a:extLst>
          </p:cNvPr>
          <p:cNvCxnSpPr>
            <a:cxnSpLocks/>
          </p:cNvCxnSpPr>
          <p:nvPr userDrawn="1"/>
        </p:nvCxnSpPr>
        <p:spPr>
          <a:xfrm>
            <a:off x="807039" y="1983705"/>
            <a:ext cx="10435630" cy="0"/>
          </a:xfrm>
          <a:prstGeom prst="line">
            <a:avLst/>
          </a:prstGeom>
          <a:ln w="25400">
            <a:gradFill>
              <a:gsLst>
                <a:gs pos="0">
                  <a:schemeClr val="accent4">
                    <a:lumMod val="50000"/>
                  </a:schemeClr>
                </a:gs>
                <a:gs pos="100000">
                  <a:schemeClr val="accent6"/>
                </a:gs>
              </a:gsLst>
              <a:lin ang="10800000" scaled="0"/>
            </a:gradFill>
          </a:ln>
        </p:spPr>
        <p:style>
          <a:lnRef idx="1">
            <a:schemeClr val="accent1"/>
          </a:lnRef>
          <a:fillRef idx="0">
            <a:schemeClr val="accent1"/>
          </a:fillRef>
          <a:effectRef idx="0">
            <a:schemeClr val="accent1"/>
          </a:effectRef>
          <a:fontRef idx="minor">
            <a:schemeClr val="tx1"/>
          </a:fontRef>
        </p:style>
      </p:cxnSp>
      <p:grpSp>
        <p:nvGrpSpPr>
          <p:cNvPr id="9" name="Group 8">
            <a:extLst>
              <a:ext uri="{FF2B5EF4-FFF2-40B4-BE49-F238E27FC236}">
                <a16:creationId xmlns:a16="http://schemas.microsoft.com/office/drawing/2014/main" id="{3C5B7647-403E-A66E-6CF4-0D3A99AA5154}"/>
              </a:ext>
              <a:ext uri="{C183D7F6-B498-43B3-948B-1728B52AA6E4}">
                <adec:decorative xmlns:adec="http://schemas.microsoft.com/office/drawing/2017/decorative" val="1"/>
              </a:ext>
            </a:extLst>
          </p:cNvPr>
          <p:cNvGrpSpPr/>
          <p:nvPr userDrawn="1"/>
        </p:nvGrpSpPr>
        <p:grpSpPr>
          <a:xfrm rot="10800000" flipH="1">
            <a:off x="10488530" y="4210019"/>
            <a:ext cx="754139" cy="1865729"/>
            <a:chOff x="653351" y="2693558"/>
            <a:chExt cx="754139" cy="1865729"/>
          </a:xfrm>
        </p:grpSpPr>
        <p:sp>
          <p:nvSpPr>
            <p:cNvPr id="10" name="Graphic 15">
              <a:extLst>
                <a:ext uri="{FF2B5EF4-FFF2-40B4-BE49-F238E27FC236}">
                  <a16:creationId xmlns:a16="http://schemas.microsoft.com/office/drawing/2014/main" id="{E48E731E-FEF1-9C59-64B0-9CB6E8853912}"/>
                </a:ext>
                <a:ext uri="{C183D7F6-B498-43B3-948B-1728B52AA6E4}">
                  <adec:decorative xmlns:adec="http://schemas.microsoft.com/office/drawing/2017/decorative" val="1"/>
                </a:ext>
              </a:extLst>
            </p:cNvPr>
            <p:cNvSpPr/>
            <p:nvPr/>
          </p:nvSpPr>
          <p:spPr>
            <a:xfrm>
              <a:off x="1098137" y="2693558"/>
              <a:ext cx="128016" cy="128016"/>
            </a:xfrm>
            <a:custGeom>
              <a:avLst/>
              <a:gdLst>
                <a:gd name="connsiteX0" fmla="*/ 63857 w 127713"/>
                <a:gd name="connsiteY0" fmla="*/ 18874 h 127713"/>
                <a:gd name="connsiteX1" fmla="*/ 108839 w 127713"/>
                <a:gd name="connsiteY1" fmla="*/ 63857 h 127713"/>
                <a:gd name="connsiteX2" fmla="*/ 63857 w 127713"/>
                <a:gd name="connsiteY2" fmla="*/ 108839 h 127713"/>
                <a:gd name="connsiteX3" fmla="*/ 18874 w 127713"/>
                <a:gd name="connsiteY3" fmla="*/ 63857 h 127713"/>
                <a:gd name="connsiteX4" fmla="*/ 63857 w 127713"/>
                <a:gd name="connsiteY4" fmla="*/ 18874 h 127713"/>
                <a:gd name="connsiteX5" fmla="*/ 63857 w 127713"/>
                <a:gd name="connsiteY5" fmla="*/ 0 h 127713"/>
                <a:gd name="connsiteX6" fmla="*/ 0 w 127713"/>
                <a:gd name="connsiteY6" fmla="*/ 63857 h 127713"/>
                <a:gd name="connsiteX7" fmla="*/ 63857 w 127713"/>
                <a:gd name="connsiteY7" fmla="*/ 127713 h 127713"/>
                <a:gd name="connsiteX8" fmla="*/ 127713 w 127713"/>
                <a:gd name="connsiteY8" fmla="*/ 63857 h 127713"/>
                <a:gd name="connsiteX9" fmla="*/ 63857 w 127713"/>
                <a:gd name="connsiteY9" fmla="*/ 0 h 127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3" h="127713">
                  <a:moveTo>
                    <a:pt x="63857" y="18874"/>
                  </a:moveTo>
                  <a:cubicBezTo>
                    <a:pt x="88700" y="18874"/>
                    <a:pt x="108839" y="39013"/>
                    <a:pt x="108839" y="63857"/>
                  </a:cubicBezTo>
                  <a:cubicBezTo>
                    <a:pt x="108839" y="88700"/>
                    <a:pt x="88700" y="108839"/>
                    <a:pt x="63857" y="108839"/>
                  </a:cubicBezTo>
                  <a:cubicBezTo>
                    <a:pt x="39013" y="108839"/>
                    <a:pt x="18874" y="88700"/>
                    <a:pt x="18874" y="63857"/>
                  </a:cubicBezTo>
                  <a:cubicBezTo>
                    <a:pt x="18898" y="39023"/>
                    <a:pt x="39023" y="18898"/>
                    <a:pt x="63857" y="18874"/>
                  </a:cubicBezTo>
                  <a:moveTo>
                    <a:pt x="63857" y="0"/>
                  </a:moveTo>
                  <a:cubicBezTo>
                    <a:pt x="28590" y="0"/>
                    <a:pt x="0" y="28590"/>
                    <a:pt x="0" y="63857"/>
                  </a:cubicBezTo>
                  <a:cubicBezTo>
                    <a:pt x="0" y="99124"/>
                    <a:pt x="28590" y="127713"/>
                    <a:pt x="63857" y="127713"/>
                  </a:cubicBezTo>
                  <a:cubicBezTo>
                    <a:pt x="99124" y="127713"/>
                    <a:pt x="127713" y="99124"/>
                    <a:pt x="127713" y="63857"/>
                  </a:cubicBezTo>
                  <a:cubicBezTo>
                    <a:pt x="127713" y="28590"/>
                    <a:pt x="99124" y="0"/>
                    <a:pt x="63857" y="0"/>
                  </a:cubicBezTo>
                  <a:close/>
                </a:path>
              </a:pathLst>
            </a:custGeom>
            <a:solidFill>
              <a:schemeClr val="accent4">
                <a:lumMod val="60000"/>
                <a:lumOff val="40000"/>
                <a:alpha val="49071"/>
              </a:schemeClr>
            </a:solidFill>
            <a:ln w="610" cap="flat">
              <a:noFill/>
              <a:prstDash val="solid"/>
              <a:miter/>
            </a:ln>
          </p:spPr>
          <p:txBody>
            <a:bodyPr rtlCol="0" anchor="ctr">
              <a:noAutofit/>
            </a:bodyPr>
            <a:lstStyle/>
            <a:p>
              <a:endParaRPr lang="en-US" dirty="0"/>
            </a:p>
          </p:txBody>
        </p:sp>
        <p:sp>
          <p:nvSpPr>
            <p:cNvPr id="11" name="Graphic 12">
              <a:extLst>
                <a:ext uri="{FF2B5EF4-FFF2-40B4-BE49-F238E27FC236}">
                  <a16:creationId xmlns:a16="http://schemas.microsoft.com/office/drawing/2014/main" id="{AFE83BB3-4D12-8E20-CA93-1834D7F0A434}"/>
                </a:ext>
                <a:ext uri="{C183D7F6-B498-43B3-948B-1728B52AA6E4}">
                  <adec:decorative xmlns:adec="http://schemas.microsoft.com/office/drawing/2017/decorative" val="1"/>
                </a:ext>
              </a:extLst>
            </p:cNvPr>
            <p:cNvSpPr/>
            <p:nvPr/>
          </p:nvSpPr>
          <p:spPr>
            <a:xfrm>
              <a:off x="1306906" y="3837599"/>
              <a:ext cx="100584" cy="100584"/>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4">
                <a:lumMod val="60000"/>
                <a:lumOff val="40000"/>
                <a:alpha val="49071"/>
              </a:schemeClr>
            </a:solidFill>
            <a:ln w="422" cap="flat">
              <a:noFill/>
              <a:prstDash val="solid"/>
              <a:miter/>
            </a:ln>
          </p:spPr>
          <p:txBody>
            <a:bodyPr rtlCol="0" anchor="ctr">
              <a:noAutofit/>
            </a:bodyPr>
            <a:lstStyle/>
            <a:p>
              <a:endParaRPr lang="en-US" dirty="0"/>
            </a:p>
          </p:txBody>
        </p:sp>
        <p:sp>
          <p:nvSpPr>
            <p:cNvPr id="12" name="Graphic 12">
              <a:extLst>
                <a:ext uri="{FF2B5EF4-FFF2-40B4-BE49-F238E27FC236}">
                  <a16:creationId xmlns:a16="http://schemas.microsoft.com/office/drawing/2014/main" id="{3EB1D810-BC05-6C0E-0DE4-3604EBAADCC3}"/>
                </a:ext>
                <a:ext uri="{C183D7F6-B498-43B3-948B-1728B52AA6E4}">
                  <adec:decorative xmlns:adec="http://schemas.microsoft.com/office/drawing/2017/decorative" val="1"/>
                </a:ext>
              </a:extLst>
            </p:cNvPr>
            <p:cNvSpPr/>
            <p:nvPr/>
          </p:nvSpPr>
          <p:spPr>
            <a:xfrm>
              <a:off x="653351" y="4521502"/>
              <a:ext cx="45719" cy="37785"/>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4">
                <a:lumMod val="60000"/>
                <a:lumOff val="40000"/>
                <a:alpha val="49071"/>
              </a:schemeClr>
            </a:solidFill>
            <a:ln w="422" cap="flat">
              <a:noFill/>
              <a:prstDash val="solid"/>
              <a:miter/>
            </a:ln>
          </p:spPr>
          <p:txBody>
            <a:bodyPr rtlCol="0" anchor="ctr">
              <a:noAutofit/>
            </a:bodyPr>
            <a:lstStyle/>
            <a:p>
              <a:endParaRPr lang="en-US" dirty="0"/>
            </a:p>
          </p:txBody>
        </p:sp>
      </p:grpSp>
      <p:sp>
        <p:nvSpPr>
          <p:cNvPr id="2" name="Title 1">
            <a:extLst>
              <a:ext uri="{FF2B5EF4-FFF2-40B4-BE49-F238E27FC236}">
                <a16:creationId xmlns:a16="http://schemas.microsoft.com/office/drawing/2014/main" id="{DF8070BB-B3B5-3A8A-2466-D661C741794F}"/>
              </a:ext>
            </a:extLst>
          </p:cNvPr>
          <p:cNvSpPr>
            <a:spLocks noGrp="1"/>
          </p:cNvSpPr>
          <p:nvPr>
            <p:ph type="title" hasCustomPrompt="1"/>
          </p:nvPr>
        </p:nvSpPr>
        <p:spPr>
          <a:xfrm>
            <a:off x="741680" y="430482"/>
            <a:ext cx="10500989" cy="1327464"/>
          </a:xfrm>
        </p:spPr>
        <p:txBody>
          <a:bodyPr anchor="b">
            <a:noAutofit/>
          </a:bodyPr>
          <a:lstStyle>
            <a:lvl1pPr algn="l">
              <a:defRPr sz="3200" cap="all" spc="0" baseline="0">
                <a:solidFill>
                  <a:schemeClr val="accent3">
                    <a:lumMod val="75000"/>
                  </a:schemeClr>
                </a:solidFill>
              </a:defRPr>
            </a:lvl1pPr>
          </a:lstStyle>
          <a:p>
            <a:r>
              <a:rPr lang="en-US" dirty="0"/>
              <a:t>Click to add title</a:t>
            </a:r>
          </a:p>
        </p:txBody>
      </p:sp>
      <p:sp>
        <p:nvSpPr>
          <p:cNvPr id="5" name="Content Placeholder 4">
            <a:extLst>
              <a:ext uri="{FF2B5EF4-FFF2-40B4-BE49-F238E27FC236}">
                <a16:creationId xmlns:a16="http://schemas.microsoft.com/office/drawing/2014/main" id="{A2003C5A-BF21-DE87-0ED1-3E2D0F32B5D8}"/>
              </a:ext>
            </a:extLst>
          </p:cNvPr>
          <p:cNvSpPr>
            <a:spLocks noGrp="1"/>
          </p:cNvSpPr>
          <p:nvPr>
            <p:ph sz="quarter" idx="35" hasCustomPrompt="1"/>
          </p:nvPr>
        </p:nvSpPr>
        <p:spPr>
          <a:xfrm>
            <a:off x="807038" y="2465539"/>
            <a:ext cx="3774587" cy="3723753"/>
          </a:xfrm>
        </p:spPr>
        <p:txBody>
          <a:bodyPr/>
          <a:lstStyle>
            <a:lvl1pPr marL="342900" indent="-342900">
              <a:lnSpc>
                <a:spcPct val="120000"/>
              </a:lnSpc>
              <a:spcBef>
                <a:spcPts val="1000"/>
              </a:spcBef>
              <a:buClr>
                <a:schemeClr val="accent3">
                  <a:lumMod val="75000"/>
                </a:schemeClr>
              </a:buClr>
              <a:buFont typeface="+mj-lt"/>
              <a:buAutoNum type="arabicPeriod"/>
              <a:defRPr sz="1800" spc="0" baseline="0">
                <a:solidFill>
                  <a:schemeClr val="bg1"/>
                </a:solidFill>
                <a:latin typeface="+mn-lt"/>
              </a:defRPr>
            </a:lvl1pPr>
            <a:lvl2pPr marL="626364" indent="-342900">
              <a:lnSpc>
                <a:spcPct val="120000"/>
              </a:lnSpc>
              <a:spcBef>
                <a:spcPts val="1000"/>
              </a:spcBef>
              <a:buClr>
                <a:schemeClr val="accent3">
                  <a:lumMod val="75000"/>
                </a:schemeClr>
              </a:buClr>
              <a:buFont typeface="+mj-lt"/>
              <a:buAutoNum type="alphaLcPeriod"/>
              <a:defRPr sz="1800" spc="0">
                <a:solidFill>
                  <a:schemeClr val="bg1"/>
                </a:solidFill>
                <a:latin typeface="+mn-lt"/>
              </a:defRPr>
            </a:lvl2pPr>
            <a:lvl3pPr marL="918972" indent="-342900">
              <a:lnSpc>
                <a:spcPct val="120000"/>
              </a:lnSpc>
              <a:spcBef>
                <a:spcPts val="1000"/>
              </a:spcBef>
              <a:buClr>
                <a:schemeClr val="accent3">
                  <a:lumMod val="75000"/>
                </a:schemeClr>
              </a:buClr>
              <a:buFont typeface="+mj-lt"/>
              <a:buAutoNum type="arabicParenR"/>
              <a:defRPr sz="1800" spc="0">
                <a:solidFill>
                  <a:schemeClr val="bg1"/>
                </a:solidFill>
                <a:latin typeface="+mn-lt"/>
              </a:defRPr>
            </a:lvl3pPr>
            <a:lvl4pPr marL="1209294" indent="-342900">
              <a:lnSpc>
                <a:spcPct val="120000"/>
              </a:lnSpc>
              <a:spcBef>
                <a:spcPts val="1000"/>
              </a:spcBef>
              <a:buClr>
                <a:schemeClr val="accent3">
                  <a:lumMod val="75000"/>
                </a:schemeClr>
              </a:buClr>
              <a:buFont typeface="+mj-lt"/>
              <a:buAutoNum type="alphaLcParenR"/>
              <a:defRPr sz="1800" spc="0">
                <a:solidFill>
                  <a:schemeClr val="bg1"/>
                </a:solidFill>
                <a:latin typeface="+mn-lt"/>
              </a:defRPr>
            </a:lvl4pPr>
          </a:lstStyle>
          <a:p>
            <a:pPr lvl="0"/>
            <a:r>
              <a:rPr lang="en-US" dirty="0"/>
              <a:t>Click to add content</a:t>
            </a:r>
          </a:p>
          <a:p>
            <a:pPr lvl="1"/>
            <a:r>
              <a:rPr lang="en-US" dirty="0"/>
              <a:t>Second level</a:t>
            </a:r>
          </a:p>
          <a:p>
            <a:pPr lvl="2"/>
            <a:r>
              <a:rPr lang="en-US" dirty="0"/>
              <a:t>Third level</a:t>
            </a:r>
          </a:p>
          <a:p>
            <a:pPr lvl="3"/>
            <a:r>
              <a:rPr lang="en-US" dirty="0"/>
              <a:t>Fourth level</a:t>
            </a:r>
          </a:p>
        </p:txBody>
      </p:sp>
      <p:sp>
        <p:nvSpPr>
          <p:cNvPr id="19" name="Content Placeholder 4">
            <a:extLst>
              <a:ext uri="{FF2B5EF4-FFF2-40B4-BE49-F238E27FC236}">
                <a16:creationId xmlns:a16="http://schemas.microsoft.com/office/drawing/2014/main" id="{39870F08-C2AE-9AF7-58DE-EEA8A48BEDA9}"/>
              </a:ext>
            </a:extLst>
          </p:cNvPr>
          <p:cNvSpPr>
            <a:spLocks noGrp="1"/>
          </p:cNvSpPr>
          <p:nvPr>
            <p:ph sz="quarter" idx="36" hasCustomPrompt="1"/>
          </p:nvPr>
        </p:nvSpPr>
        <p:spPr>
          <a:xfrm>
            <a:off x="4927600" y="2465539"/>
            <a:ext cx="6315069" cy="3723753"/>
          </a:xfrm>
        </p:spPr>
        <p:txBody>
          <a:bodyPr/>
          <a:lstStyle>
            <a:lvl1pPr marL="0" indent="0">
              <a:lnSpc>
                <a:spcPct val="120000"/>
              </a:lnSpc>
              <a:spcBef>
                <a:spcPts val="1000"/>
              </a:spcBef>
              <a:buClr>
                <a:schemeClr val="accent6"/>
              </a:buClr>
              <a:buFont typeface="Arial" panose="020B0604020202020204" pitchFamily="34" charset="0"/>
              <a:buNone/>
              <a:defRPr sz="1800" spc="0" baseline="0">
                <a:solidFill>
                  <a:schemeClr val="bg1"/>
                </a:solidFill>
                <a:latin typeface="+mn-lt"/>
              </a:defRPr>
            </a:lvl1pPr>
            <a:lvl2pPr marL="283464" indent="-285750">
              <a:lnSpc>
                <a:spcPct val="120000"/>
              </a:lnSpc>
              <a:spcBef>
                <a:spcPts val="1000"/>
              </a:spcBef>
              <a:buClr>
                <a:schemeClr val="accent3">
                  <a:lumMod val="75000"/>
                </a:schemeClr>
              </a:buClr>
              <a:buFont typeface="Arial" panose="020B0604020202020204" pitchFamily="34" charset="0"/>
              <a:buChar char="•"/>
              <a:defRPr sz="1800" spc="0">
                <a:solidFill>
                  <a:schemeClr val="bg1"/>
                </a:solidFill>
                <a:latin typeface="+mn-lt"/>
              </a:defRPr>
            </a:lvl2pPr>
            <a:lvl3pPr marL="566928" indent="-285750">
              <a:lnSpc>
                <a:spcPct val="120000"/>
              </a:lnSpc>
              <a:spcBef>
                <a:spcPts val="1000"/>
              </a:spcBef>
              <a:buClr>
                <a:schemeClr val="accent3">
                  <a:lumMod val="75000"/>
                </a:schemeClr>
              </a:buClr>
              <a:buFont typeface="Arial" panose="020B0604020202020204" pitchFamily="34" charset="0"/>
              <a:buChar char="•"/>
              <a:defRPr sz="1800" spc="0">
                <a:solidFill>
                  <a:schemeClr val="bg1"/>
                </a:solidFill>
                <a:latin typeface="+mn-lt"/>
              </a:defRPr>
            </a:lvl3pPr>
            <a:lvl4pPr marL="859536" indent="-285750">
              <a:lnSpc>
                <a:spcPct val="120000"/>
              </a:lnSpc>
              <a:spcBef>
                <a:spcPts val="1000"/>
              </a:spcBef>
              <a:buClr>
                <a:schemeClr val="accent3">
                  <a:lumMod val="75000"/>
                </a:schemeClr>
              </a:buClr>
              <a:buFont typeface="Arial" panose="020B0604020202020204" pitchFamily="34" charset="0"/>
              <a:buChar char="•"/>
              <a:defRPr sz="1800" spc="0">
                <a:solidFill>
                  <a:schemeClr val="bg1"/>
                </a:solidFill>
                <a:latin typeface="+mn-lt"/>
              </a:defRPr>
            </a:lvl4pPr>
          </a:lstStyle>
          <a:p>
            <a:pPr lvl="0"/>
            <a:r>
              <a:rPr lang="en-US" dirty="0"/>
              <a:t>Click to add content</a:t>
            </a:r>
          </a:p>
          <a:p>
            <a:pPr lvl="1"/>
            <a:r>
              <a:rPr lang="en-US" dirty="0"/>
              <a:t>Second level</a:t>
            </a:r>
          </a:p>
          <a:p>
            <a:pPr lvl="2"/>
            <a:r>
              <a:rPr lang="en-US" dirty="0"/>
              <a:t>Third level</a:t>
            </a:r>
          </a:p>
          <a:p>
            <a:pPr lvl="3"/>
            <a:r>
              <a:rPr lang="en-US" dirty="0"/>
              <a:t>Fourth level</a:t>
            </a:r>
          </a:p>
        </p:txBody>
      </p:sp>
      <p:sp>
        <p:nvSpPr>
          <p:cNvPr id="15" name="Footer Placeholder 4">
            <a:extLst>
              <a:ext uri="{FF2B5EF4-FFF2-40B4-BE49-F238E27FC236}">
                <a16:creationId xmlns:a16="http://schemas.microsoft.com/office/drawing/2014/main" id="{B02A6961-FD29-3446-6A70-B0D4EE5D14C5}"/>
              </a:ext>
            </a:extLst>
          </p:cNvPr>
          <p:cNvSpPr>
            <a:spLocks noGrp="1"/>
          </p:cNvSpPr>
          <p:nvPr>
            <p:ph type="ftr" sz="quarter" idx="11"/>
          </p:nvPr>
        </p:nvSpPr>
        <p:spPr>
          <a:xfrm>
            <a:off x="336405" y="6237287"/>
            <a:ext cx="4114800" cy="365125"/>
          </a:xfrm>
        </p:spPr>
        <p:txBody>
          <a:bodyPr>
            <a:noAutofit/>
          </a:bodyPr>
          <a:lstStyle>
            <a:lvl1pPr algn="l">
              <a:defRPr sz="1200" spc="0">
                <a:solidFill>
                  <a:schemeClr val="bg1"/>
                </a:solidFill>
              </a:defRPr>
            </a:lvl1pPr>
          </a:lstStyle>
          <a:p>
            <a:r>
              <a:rPr lang="en-US" dirty="0"/>
              <a:t>Presentation title</a:t>
            </a:r>
          </a:p>
        </p:txBody>
      </p:sp>
      <p:sp>
        <p:nvSpPr>
          <p:cNvPr id="16" name="Slide Number Placeholder 5">
            <a:extLst>
              <a:ext uri="{FF2B5EF4-FFF2-40B4-BE49-F238E27FC236}">
                <a16:creationId xmlns:a16="http://schemas.microsoft.com/office/drawing/2014/main" id="{68477A85-1CCD-1BF5-8FF0-11B80AE2F6FC}"/>
              </a:ext>
            </a:extLst>
          </p:cNvPr>
          <p:cNvSpPr>
            <a:spLocks noGrp="1"/>
          </p:cNvSpPr>
          <p:nvPr>
            <p:ph type="sldNum" sz="quarter" idx="12"/>
          </p:nvPr>
        </p:nvSpPr>
        <p:spPr>
          <a:xfrm>
            <a:off x="9140971" y="6226198"/>
            <a:ext cx="2743200" cy="365125"/>
          </a:xfrm>
        </p:spPr>
        <p:txBody>
          <a:bodyPr>
            <a:noAutofit/>
          </a:bodyPr>
          <a:lstStyle>
            <a:lvl1pPr>
              <a:defRPr sz="1200">
                <a:solidFill>
                  <a:schemeClr val="bg1"/>
                </a:solidFill>
              </a:defRPr>
            </a:lvl1pPr>
          </a:lstStyle>
          <a:p>
            <a:fld id="{FE024F78-56A6-7740-B68D-8D4D026EDF3F}" type="slidenum">
              <a:rPr lang="en-US" smtClean="0"/>
              <a:pPr/>
              <a:t>‹#›</a:t>
            </a:fld>
            <a:endParaRPr lang="en-US" dirty="0"/>
          </a:p>
        </p:txBody>
      </p:sp>
    </p:spTree>
    <p:extLst>
      <p:ext uri="{BB962C8B-B14F-4D97-AF65-F5344CB8AC3E}">
        <p14:creationId xmlns:p14="http://schemas.microsoft.com/office/powerpoint/2010/main" val="966222750"/>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_Title and 2 column">
    <p:bg>
      <p:bgPr>
        <a:gradFill>
          <a:gsLst>
            <a:gs pos="100000">
              <a:schemeClr val="tx2"/>
            </a:gs>
            <a:gs pos="81000">
              <a:schemeClr val="accent6"/>
            </a:gs>
            <a:gs pos="55000">
              <a:srgbClr val="02090E"/>
            </a:gs>
            <a:gs pos="14000">
              <a:schemeClr val="accent4">
                <a:lumMod val="75000"/>
              </a:schemeClr>
            </a:gs>
            <a:gs pos="0">
              <a:schemeClr val="accent4"/>
            </a:gs>
          </a:gsLst>
          <a:lin ang="7800000" scaled="0"/>
        </a:gra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7123B0D0-B01D-0BB0-6127-A878BE49D18E}"/>
              </a:ext>
              <a:ext uri="{C183D7F6-B498-43B3-948B-1728B52AA6E4}">
                <adec:decorative xmlns:adec="http://schemas.microsoft.com/office/drawing/2017/decorative" val="1"/>
              </a:ext>
            </a:extLst>
          </p:cNvPr>
          <p:cNvSpPr/>
          <p:nvPr userDrawn="1"/>
        </p:nvSpPr>
        <p:spPr>
          <a:xfrm>
            <a:off x="6039728" y="-6350"/>
            <a:ext cx="6154615" cy="6864350"/>
          </a:xfrm>
          <a:prstGeom prst="rect">
            <a:avLst/>
          </a:prstGeom>
          <a:solidFill>
            <a:schemeClr val="tx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rial Nova"/>
              <a:ea typeface="+mn-ea"/>
              <a:cs typeface="+mn-cs"/>
            </a:endParaRPr>
          </a:p>
        </p:txBody>
      </p:sp>
      <p:sp>
        <p:nvSpPr>
          <p:cNvPr id="2" name="Title 1">
            <a:extLst>
              <a:ext uri="{FF2B5EF4-FFF2-40B4-BE49-F238E27FC236}">
                <a16:creationId xmlns:a16="http://schemas.microsoft.com/office/drawing/2014/main" id="{DF8070BB-B3B5-3A8A-2466-D661C741794F}"/>
              </a:ext>
            </a:extLst>
          </p:cNvPr>
          <p:cNvSpPr>
            <a:spLocks noGrp="1"/>
          </p:cNvSpPr>
          <p:nvPr>
            <p:ph type="title" hasCustomPrompt="1"/>
          </p:nvPr>
        </p:nvSpPr>
        <p:spPr>
          <a:xfrm>
            <a:off x="6889627" y="173736"/>
            <a:ext cx="4352662" cy="2203704"/>
          </a:xfrm>
        </p:spPr>
        <p:txBody>
          <a:bodyPr anchor="b">
            <a:noAutofit/>
          </a:bodyPr>
          <a:lstStyle>
            <a:lvl1pPr algn="l">
              <a:defRPr sz="3200" cap="all" spc="0" baseline="0">
                <a:solidFill>
                  <a:schemeClr val="accent3">
                    <a:lumMod val="75000"/>
                  </a:schemeClr>
                </a:solidFill>
              </a:defRPr>
            </a:lvl1pPr>
          </a:lstStyle>
          <a:p>
            <a:r>
              <a:rPr lang="en-US" dirty="0"/>
              <a:t>Click to add title</a:t>
            </a:r>
          </a:p>
        </p:txBody>
      </p:sp>
      <p:sp>
        <p:nvSpPr>
          <p:cNvPr id="10" name="Picture Placeholder 9">
            <a:extLst>
              <a:ext uri="{FF2B5EF4-FFF2-40B4-BE49-F238E27FC236}">
                <a16:creationId xmlns:a16="http://schemas.microsoft.com/office/drawing/2014/main" id="{6C363351-4779-B42E-ED7A-C4AF2920BABC}"/>
              </a:ext>
            </a:extLst>
          </p:cNvPr>
          <p:cNvSpPr>
            <a:spLocks noGrp="1"/>
          </p:cNvSpPr>
          <p:nvPr>
            <p:ph type="pic" sz="quarter" idx="37"/>
          </p:nvPr>
        </p:nvSpPr>
        <p:spPr>
          <a:xfrm>
            <a:off x="336550" y="336550"/>
            <a:ext cx="5303640" cy="6184900"/>
          </a:xfrm>
        </p:spPr>
        <p:txBody>
          <a:bodyPr/>
          <a:lstStyle>
            <a:lvl1pPr algn="ctr">
              <a:defRPr sz="2000"/>
            </a:lvl1pPr>
          </a:lstStyle>
          <a:p>
            <a:r>
              <a:rPr lang="en-US" dirty="0"/>
              <a:t>Click icon to add picture</a:t>
            </a:r>
          </a:p>
        </p:txBody>
      </p:sp>
      <p:sp>
        <p:nvSpPr>
          <p:cNvPr id="19" name="Content Placeholder 4">
            <a:extLst>
              <a:ext uri="{FF2B5EF4-FFF2-40B4-BE49-F238E27FC236}">
                <a16:creationId xmlns:a16="http://schemas.microsoft.com/office/drawing/2014/main" id="{39870F08-C2AE-9AF7-58DE-EEA8A48BEDA9}"/>
              </a:ext>
            </a:extLst>
          </p:cNvPr>
          <p:cNvSpPr>
            <a:spLocks noGrp="1"/>
          </p:cNvSpPr>
          <p:nvPr>
            <p:ph sz="quarter" idx="36" hasCustomPrompt="1"/>
          </p:nvPr>
        </p:nvSpPr>
        <p:spPr>
          <a:xfrm>
            <a:off x="6889627" y="3104277"/>
            <a:ext cx="4371560" cy="3022201"/>
          </a:xfrm>
        </p:spPr>
        <p:txBody>
          <a:bodyPr/>
          <a:lstStyle>
            <a:lvl1pPr marL="0" indent="0">
              <a:lnSpc>
                <a:spcPct val="120000"/>
              </a:lnSpc>
              <a:spcBef>
                <a:spcPts val="1000"/>
              </a:spcBef>
              <a:spcAft>
                <a:spcPts val="600"/>
              </a:spcAft>
              <a:buClr>
                <a:schemeClr val="accent6"/>
              </a:buClr>
              <a:buFont typeface="Arial" panose="020B0604020202020204" pitchFamily="34" charset="0"/>
              <a:buNone/>
              <a:defRPr sz="1800" spc="0" baseline="0">
                <a:solidFill>
                  <a:schemeClr val="bg1"/>
                </a:solidFill>
                <a:latin typeface="+mn-lt"/>
              </a:defRPr>
            </a:lvl1pPr>
            <a:lvl2pPr marL="569214" indent="-285750">
              <a:lnSpc>
                <a:spcPct val="120000"/>
              </a:lnSpc>
              <a:spcBef>
                <a:spcPts val="1000"/>
              </a:spcBef>
              <a:spcAft>
                <a:spcPts val="600"/>
              </a:spcAft>
              <a:buClr>
                <a:schemeClr val="accent3"/>
              </a:buClr>
              <a:buFont typeface="Arial" panose="020B0604020202020204" pitchFamily="34" charset="0"/>
              <a:buChar char="•"/>
              <a:defRPr sz="1800" spc="0"/>
            </a:lvl2pPr>
            <a:lvl3pPr marL="861822" indent="-285750">
              <a:lnSpc>
                <a:spcPct val="120000"/>
              </a:lnSpc>
              <a:spcBef>
                <a:spcPts val="1000"/>
              </a:spcBef>
              <a:spcAft>
                <a:spcPts val="600"/>
              </a:spcAft>
              <a:buClr>
                <a:schemeClr val="accent3"/>
              </a:buClr>
              <a:buFont typeface="Arial" panose="020B0604020202020204" pitchFamily="34" charset="0"/>
              <a:buChar char="•"/>
              <a:defRPr sz="1800" spc="0"/>
            </a:lvl3pPr>
            <a:lvl4pPr marL="1152144" indent="-285750">
              <a:lnSpc>
                <a:spcPct val="120000"/>
              </a:lnSpc>
              <a:spcBef>
                <a:spcPts val="1000"/>
              </a:spcBef>
              <a:spcAft>
                <a:spcPts val="600"/>
              </a:spcAft>
              <a:buClr>
                <a:schemeClr val="accent3"/>
              </a:buClr>
              <a:buFont typeface="Arial" panose="020B0604020202020204" pitchFamily="34" charset="0"/>
              <a:buChar char="•"/>
              <a:defRPr sz="1800" spc="0"/>
            </a:lvl4pPr>
          </a:lstStyle>
          <a:p>
            <a:pPr lvl="0"/>
            <a:r>
              <a:rPr lang="en-US" dirty="0"/>
              <a:t>Click to add content</a:t>
            </a:r>
          </a:p>
          <a:p>
            <a:pPr lvl="1"/>
            <a:r>
              <a:rPr lang="en-US" dirty="0"/>
              <a:t>Second level</a:t>
            </a:r>
          </a:p>
          <a:p>
            <a:pPr lvl="2"/>
            <a:r>
              <a:rPr lang="en-US" dirty="0"/>
              <a:t>Third level</a:t>
            </a:r>
          </a:p>
          <a:p>
            <a:pPr lvl="3"/>
            <a:r>
              <a:rPr lang="en-US" dirty="0"/>
              <a:t>Fourth level</a:t>
            </a:r>
          </a:p>
        </p:txBody>
      </p:sp>
      <p:sp>
        <p:nvSpPr>
          <p:cNvPr id="16" name="Slide Number Placeholder 5">
            <a:extLst>
              <a:ext uri="{FF2B5EF4-FFF2-40B4-BE49-F238E27FC236}">
                <a16:creationId xmlns:a16="http://schemas.microsoft.com/office/drawing/2014/main" id="{68477A85-1CCD-1BF5-8FF0-11B80AE2F6FC}"/>
              </a:ext>
            </a:extLst>
          </p:cNvPr>
          <p:cNvSpPr>
            <a:spLocks noGrp="1"/>
          </p:cNvSpPr>
          <p:nvPr>
            <p:ph type="sldNum" sz="quarter" idx="12"/>
          </p:nvPr>
        </p:nvSpPr>
        <p:spPr>
          <a:xfrm>
            <a:off x="9140971" y="6226198"/>
            <a:ext cx="2743200" cy="365125"/>
          </a:xfrm>
        </p:spPr>
        <p:txBody>
          <a:bodyPr>
            <a:noAutofit/>
          </a:bodyPr>
          <a:lstStyle>
            <a:lvl1pPr>
              <a:defRPr sz="1200">
                <a:solidFill>
                  <a:schemeClr val="bg1"/>
                </a:solidFill>
              </a:defRPr>
            </a:lvl1pPr>
          </a:lstStyle>
          <a:p>
            <a:fld id="{FE024F78-56A6-7740-B68D-8D4D026EDF3F}" type="slidenum">
              <a:rPr lang="en-US" smtClean="0"/>
              <a:pPr/>
              <a:t>‹#›</a:t>
            </a:fld>
            <a:endParaRPr lang="en-US" dirty="0"/>
          </a:p>
        </p:txBody>
      </p:sp>
      <p:cxnSp>
        <p:nvCxnSpPr>
          <p:cNvPr id="4" name="Straight Connector 3">
            <a:extLst>
              <a:ext uri="{FF2B5EF4-FFF2-40B4-BE49-F238E27FC236}">
                <a16:creationId xmlns:a16="http://schemas.microsoft.com/office/drawing/2014/main" id="{F0712911-615E-724B-FC0F-996291526D31}"/>
              </a:ext>
              <a:ext uri="{C183D7F6-B498-43B3-948B-1728B52AA6E4}">
                <adec:decorative xmlns:adec="http://schemas.microsoft.com/office/drawing/2017/decorative" val="1"/>
              </a:ext>
            </a:extLst>
          </p:cNvPr>
          <p:cNvCxnSpPr>
            <a:cxnSpLocks/>
          </p:cNvCxnSpPr>
          <p:nvPr userDrawn="1"/>
        </p:nvCxnSpPr>
        <p:spPr>
          <a:xfrm>
            <a:off x="6889627" y="2679480"/>
            <a:ext cx="4352662" cy="0"/>
          </a:xfrm>
          <a:prstGeom prst="line">
            <a:avLst/>
          </a:prstGeom>
          <a:ln w="25400">
            <a:gradFill>
              <a:gsLst>
                <a:gs pos="0">
                  <a:schemeClr val="accent4">
                    <a:lumMod val="50000"/>
                  </a:schemeClr>
                </a:gs>
                <a:gs pos="100000">
                  <a:schemeClr val="accent6"/>
                </a:gs>
              </a:gsLst>
              <a:lin ang="10800000" scaled="0"/>
            </a:gra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33082644"/>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9_Title and 2 column">
    <p:bg>
      <p:bgPr>
        <a:gradFill>
          <a:gsLst>
            <a:gs pos="100000">
              <a:schemeClr val="tx2"/>
            </a:gs>
            <a:gs pos="81000">
              <a:schemeClr val="accent6"/>
            </a:gs>
            <a:gs pos="55000">
              <a:srgbClr val="02090E"/>
            </a:gs>
            <a:gs pos="14000">
              <a:schemeClr val="accent4">
                <a:lumMod val="75000"/>
              </a:schemeClr>
            </a:gs>
            <a:gs pos="0">
              <a:schemeClr val="accent4"/>
            </a:gs>
          </a:gsLst>
          <a:lin ang="2700000" scaled="0"/>
        </a:gra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BCFFF0E2-6B47-67EB-D6AA-D972E7B7C367}"/>
              </a:ext>
              <a:ext uri="{C183D7F6-B498-43B3-948B-1728B52AA6E4}">
                <adec:decorative xmlns:adec="http://schemas.microsoft.com/office/drawing/2017/decorative" val="1"/>
              </a:ext>
            </a:extLst>
          </p:cNvPr>
          <p:cNvSpPr/>
          <p:nvPr userDrawn="1"/>
        </p:nvSpPr>
        <p:spPr>
          <a:xfrm>
            <a:off x="0" y="-6350"/>
            <a:ext cx="4646951" cy="6864350"/>
          </a:xfrm>
          <a:prstGeom prst="rect">
            <a:avLst/>
          </a:prstGeom>
          <a:solidFill>
            <a:schemeClr val="tx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rial Nova"/>
              <a:ea typeface="+mn-ea"/>
              <a:cs typeface="+mn-cs"/>
            </a:endParaRPr>
          </a:p>
        </p:txBody>
      </p:sp>
      <p:cxnSp>
        <p:nvCxnSpPr>
          <p:cNvPr id="4" name="Straight Connector 3">
            <a:extLst>
              <a:ext uri="{FF2B5EF4-FFF2-40B4-BE49-F238E27FC236}">
                <a16:creationId xmlns:a16="http://schemas.microsoft.com/office/drawing/2014/main" id="{94827F6F-999F-23E9-8C09-325D1A76B07A}"/>
              </a:ext>
              <a:ext uri="{C183D7F6-B498-43B3-948B-1728B52AA6E4}">
                <adec:decorative xmlns:adec="http://schemas.microsoft.com/office/drawing/2017/decorative" val="1"/>
              </a:ext>
            </a:extLst>
          </p:cNvPr>
          <p:cNvCxnSpPr>
            <a:cxnSpLocks/>
          </p:cNvCxnSpPr>
          <p:nvPr userDrawn="1"/>
        </p:nvCxnSpPr>
        <p:spPr>
          <a:xfrm>
            <a:off x="835831" y="2680134"/>
            <a:ext cx="3114078" cy="0"/>
          </a:xfrm>
          <a:prstGeom prst="line">
            <a:avLst/>
          </a:prstGeom>
          <a:ln w="25400">
            <a:gradFill>
              <a:gsLst>
                <a:gs pos="0">
                  <a:schemeClr val="accent4">
                    <a:lumMod val="50000"/>
                  </a:schemeClr>
                </a:gs>
                <a:gs pos="100000">
                  <a:schemeClr val="accent6"/>
                </a:gs>
              </a:gsLst>
              <a:lin ang="10800000" scaled="0"/>
            </a:gra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DF8070BB-B3B5-3A8A-2466-D661C741794F}"/>
              </a:ext>
            </a:extLst>
          </p:cNvPr>
          <p:cNvSpPr>
            <a:spLocks noGrp="1"/>
          </p:cNvSpPr>
          <p:nvPr>
            <p:ph type="title" hasCustomPrompt="1"/>
          </p:nvPr>
        </p:nvSpPr>
        <p:spPr>
          <a:xfrm>
            <a:off x="835370" y="171396"/>
            <a:ext cx="3736630" cy="2202350"/>
          </a:xfrm>
        </p:spPr>
        <p:txBody>
          <a:bodyPr anchor="b">
            <a:noAutofit/>
          </a:bodyPr>
          <a:lstStyle>
            <a:lvl1pPr algn="l">
              <a:defRPr sz="3200" cap="all" spc="0" baseline="0">
                <a:solidFill>
                  <a:schemeClr val="accent3">
                    <a:lumMod val="75000"/>
                  </a:schemeClr>
                </a:solidFill>
              </a:defRPr>
            </a:lvl1pPr>
          </a:lstStyle>
          <a:p>
            <a:r>
              <a:rPr lang="en-US" dirty="0"/>
              <a:t>Click to add title</a:t>
            </a:r>
          </a:p>
        </p:txBody>
      </p:sp>
      <p:sp>
        <p:nvSpPr>
          <p:cNvPr id="19" name="Content Placeholder 4">
            <a:extLst>
              <a:ext uri="{FF2B5EF4-FFF2-40B4-BE49-F238E27FC236}">
                <a16:creationId xmlns:a16="http://schemas.microsoft.com/office/drawing/2014/main" id="{39870F08-C2AE-9AF7-58DE-EEA8A48BEDA9}"/>
              </a:ext>
            </a:extLst>
          </p:cNvPr>
          <p:cNvSpPr>
            <a:spLocks noGrp="1"/>
          </p:cNvSpPr>
          <p:nvPr>
            <p:ph sz="quarter" idx="36" hasCustomPrompt="1"/>
          </p:nvPr>
        </p:nvSpPr>
        <p:spPr>
          <a:xfrm>
            <a:off x="841716" y="3078480"/>
            <a:ext cx="3108193" cy="3047997"/>
          </a:xfrm>
        </p:spPr>
        <p:txBody>
          <a:bodyPr/>
          <a:lstStyle>
            <a:lvl1pPr marL="0" indent="0">
              <a:lnSpc>
                <a:spcPct val="120000"/>
              </a:lnSpc>
              <a:spcBef>
                <a:spcPts val="1000"/>
              </a:spcBef>
              <a:spcAft>
                <a:spcPts val="600"/>
              </a:spcAft>
              <a:buClr>
                <a:schemeClr val="accent6"/>
              </a:buClr>
              <a:buFont typeface="Arial" panose="020B0604020202020204" pitchFamily="34" charset="0"/>
              <a:buNone/>
              <a:defRPr sz="1800" spc="0" baseline="0">
                <a:solidFill>
                  <a:schemeClr val="bg1"/>
                </a:solidFill>
                <a:latin typeface="+mn-lt"/>
              </a:defRPr>
            </a:lvl1pPr>
            <a:lvl2pPr marL="569214" indent="-285750">
              <a:lnSpc>
                <a:spcPct val="120000"/>
              </a:lnSpc>
              <a:spcBef>
                <a:spcPts val="1000"/>
              </a:spcBef>
              <a:spcAft>
                <a:spcPts val="600"/>
              </a:spcAft>
              <a:buClr>
                <a:schemeClr val="accent3"/>
              </a:buClr>
              <a:buFont typeface="Arial" panose="020B0604020202020204" pitchFamily="34" charset="0"/>
              <a:buChar char="•"/>
              <a:defRPr sz="1800" spc="0"/>
            </a:lvl2pPr>
            <a:lvl3pPr marL="861822" indent="-285750">
              <a:lnSpc>
                <a:spcPct val="120000"/>
              </a:lnSpc>
              <a:spcBef>
                <a:spcPts val="1000"/>
              </a:spcBef>
              <a:spcAft>
                <a:spcPts val="600"/>
              </a:spcAft>
              <a:buClr>
                <a:schemeClr val="accent3"/>
              </a:buClr>
              <a:buFont typeface="Arial" panose="020B0604020202020204" pitchFamily="34" charset="0"/>
              <a:buChar char="•"/>
              <a:defRPr sz="1800" spc="0"/>
            </a:lvl3pPr>
            <a:lvl4pPr marL="1152144" indent="-285750">
              <a:lnSpc>
                <a:spcPct val="120000"/>
              </a:lnSpc>
              <a:spcBef>
                <a:spcPts val="1000"/>
              </a:spcBef>
              <a:spcAft>
                <a:spcPts val="600"/>
              </a:spcAft>
              <a:buClr>
                <a:schemeClr val="accent3"/>
              </a:buClr>
              <a:buFont typeface="Arial" panose="020B0604020202020204" pitchFamily="34" charset="0"/>
              <a:buChar char="•"/>
              <a:defRPr sz="1800" spc="0"/>
            </a:lvl4pPr>
          </a:lstStyle>
          <a:p>
            <a:pPr lvl="0"/>
            <a:r>
              <a:rPr lang="en-US" dirty="0"/>
              <a:t>Click to add content</a:t>
            </a:r>
          </a:p>
          <a:p>
            <a:pPr lvl="1"/>
            <a:r>
              <a:rPr lang="en-US" dirty="0"/>
              <a:t>Second level</a:t>
            </a:r>
          </a:p>
          <a:p>
            <a:pPr lvl="2"/>
            <a:r>
              <a:rPr lang="en-US" dirty="0"/>
              <a:t>Third level</a:t>
            </a:r>
          </a:p>
          <a:p>
            <a:pPr lvl="3"/>
            <a:r>
              <a:rPr lang="en-US" dirty="0"/>
              <a:t>Fourth level</a:t>
            </a:r>
          </a:p>
        </p:txBody>
      </p:sp>
      <p:sp>
        <p:nvSpPr>
          <p:cNvPr id="12" name="Table Placeholder 11">
            <a:extLst>
              <a:ext uri="{FF2B5EF4-FFF2-40B4-BE49-F238E27FC236}">
                <a16:creationId xmlns:a16="http://schemas.microsoft.com/office/drawing/2014/main" id="{D360C16C-E69B-FDEF-F033-CA9A2E238288}"/>
              </a:ext>
            </a:extLst>
          </p:cNvPr>
          <p:cNvSpPr>
            <a:spLocks noGrp="1"/>
          </p:cNvSpPr>
          <p:nvPr>
            <p:ph type="tbl" sz="quarter" idx="37"/>
          </p:nvPr>
        </p:nvSpPr>
        <p:spPr>
          <a:xfrm>
            <a:off x="5067300" y="404813"/>
            <a:ext cx="6705600" cy="6048375"/>
          </a:xfrm>
        </p:spPr>
        <p:txBody>
          <a:bodyPr/>
          <a:lstStyle>
            <a:lvl1pPr>
              <a:defRPr sz="2400">
                <a:latin typeface="+mn-lt"/>
              </a:defRPr>
            </a:lvl1pPr>
          </a:lstStyle>
          <a:p>
            <a:r>
              <a:rPr lang="en-US" dirty="0"/>
              <a:t>Click icon to add table</a:t>
            </a:r>
          </a:p>
        </p:txBody>
      </p:sp>
      <p:sp>
        <p:nvSpPr>
          <p:cNvPr id="15" name="Footer Placeholder 4">
            <a:extLst>
              <a:ext uri="{FF2B5EF4-FFF2-40B4-BE49-F238E27FC236}">
                <a16:creationId xmlns:a16="http://schemas.microsoft.com/office/drawing/2014/main" id="{B02A6961-FD29-3446-6A70-B0D4EE5D14C5}"/>
              </a:ext>
            </a:extLst>
          </p:cNvPr>
          <p:cNvSpPr>
            <a:spLocks noGrp="1"/>
          </p:cNvSpPr>
          <p:nvPr>
            <p:ph type="ftr" sz="quarter" idx="11"/>
          </p:nvPr>
        </p:nvSpPr>
        <p:spPr>
          <a:xfrm>
            <a:off x="336405" y="6237287"/>
            <a:ext cx="4114800" cy="365125"/>
          </a:xfrm>
        </p:spPr>
        <p:txBody>
          <a:bodyPr>
            <a:noAutofit/>
          </a:bodyPr>
          <a:lstStyle>
            <a:lvl1pPr algn="l">
              <a:defRPr sz="1200" spc="0">
                <a:solidFill>
                  <a:schemeClr val="bg1"/>
                </a:solidFill>
              </a:defRPr>
            </a:lvl1pPr>
          </a:lstStyle>
          <a:p>
            <a:r>
              <a:rPr lang="en-US" dirty="0"/>
              <a:t>Presentation title</a:t>
            </a:r>
          </a:p>
        </p:txBody>
      </p:sp>
    </p:spTree>
    <p:extLst>
      <p:ext uri="{BB962C8B-B14F-4D97-AF65-F5344CB8AC3E}">
        <p14:creationId xmlns:p14="http://schemas.microsoft.com/office/powerpoint/2010/main" val="3907219857"/>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0_Title and 2 column">
    <p:bg>
      <p:bgPr>
        <a:gradFill>
          <a:gsLst>
            <a:gs pos="100000">
              <a:schemeClr val="tx2"/>
            </a:gs>
            <a:gs pos="81000">
              <a:schemeClr val="accent6"/>
            </a:gs>
            <a:gs pos="31000">
              <a:srgbClr val="02090E"/>
            </a:gs>
            <a:gs pos="14000">
              <a:schemeClr val="accent4">
                <a:lumMod val="75000"/>
              </a:schemeClr>
            </a:gs>
            <a:gs pos="0">
              <a:schemeClr val="accent4"/>
            </a:gs>
          </a:gsLst>
          <a:lin ang="7800000" scaled="0"/>
        </a:gra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4196A82D-0723-4BA3-0283-9F0D67B0CEF4}"/>
              </a:ext>
              <a:ext uri="{C183D7F6-B498-43B3-948B-1728B52AA6E4}">
                <adec:decorative xmlns:adec="http://schemas.microsoft.com/office/drawing/2017/decorative" val="1"/>
              </a:ext>
            </a:extLst>
          </p:cNvPr>
          <p:cNvSpPr/>
          <p:nvPr userDrawn="1"/>
        </p:nvSpPr>
        <p:spPr>
          <a:xfrm>
            <a:off x="0" y="0"/>
            <a:ext cx="12191999" cy="6858000"/>
          </a:xfrm>
          <a:prstGeom prst="rect">
            <a:avLst/>
          </a:prstGeom>
          <a:solidFill>
            <a:schemeClr val="tx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cxnSp>
        <p:nvCxnSpPr>
          <p:cNvPr id="4" name="Straight Connector 3">
            <a:extLst>
              <a:ext uri="{FF2B5EF4-FFF2-40B4-BE49-F238E27FC236}">
                <a16:creationId xmlns:a16="http://schemas.microsoft.com/office/drawing/2014/main" id="{6A20A5FD-BDFB-45F2-E644-E93FB81CA575}"/>
              </a:ext>
              <a:ext uri="{C183D7F6-B498-43B3-948B-1728B52AA6E4}">
                <adec:decorative xmlns:adec="http://schemas.microsoft.com/office/drawing/2017/decorative" val="1"/>
              </a:ext>
            </a:extLst>
          </p:cNvPr>
          <p:cNvCxnSpPr>
            <a:cxnSpLocks/>
          </p:cNvCxnSpPr>
          <p:nvPr userDrawn="1"/>
        </p:nvCxnSpPr>
        <p:spPr>
          <a:xfrm>
            <a:off x="807039" y="1983416"/>
            <a:ext cx="10435630" cy="0"/>
          </a:xfrm>
          <a:prstGeom prst="line">
            <a:avLst/>
          </a:prstGeom>
          <a:ln w="25400">
            <a:gradFill>
              <a:gsLst>
                <a:gs pos="0">
                  <a:schemeClr val="accent4">
                    <a:lumMod val="50000"/>
                  </a:schemeClr>
                </a:gs>
                <a:gs pos="100000">
                  <a:schemeClr val="accent6"/>
                </a:gs>
              </a:gsLst>
              <a:lin ang="10800000" scaled="0"/>
            </a:gra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DF8070BB-B3B5-3A8A-2466-D661C741794F}"/>
              </a:ext>
            </a:extLst>
          </p:cNvPr>
          <p:cNvSpPr>
            <a:spLocks noGrp="1"/>
          </p:cNvSpPr>
          <p:nvPr>
            <p:ph type="title" hasCustomPrompt="1"/>
          </p:nvPr>
        </p:nvSpPr>
        <p:spPr>
          <a:xfrm>
            <a:off x="733562" y="433906"/>
            <a:ext cx="10515601" cy="1327464"/>
          </a:xfrm>
        </p:spPr>
        <p:txBody>
          <a:bodyPr anchor="b">
            <a:noAutofit/>
          </a:bodyPr>
          <a:lstStyle>
            <a:lvl1pPr algn="l">
              <a:defRPr sz="3200" cap="all" spc="0" baseline="0">
                <a:solidFill>
                  <a:schemeClr val="accent3">
                    <a:lumMod val="75000"/>
                  </a:schemeClr>
                </a:solidFill>
              </a:defRPr>
            </a:lvl1pPr>
          </a:lstStyle>
          <a:p>
            <a:r>
              <a:rPr lang="en-US" dirty="0"/>
              <a:t>Click to add title</a:t>
            </a:r>
          </a:p>
        </p:txBody>
      </p:sp>
      <p:sp>
        <p:nvSpPr>
          <p:cNvPr id="19" name="Content Placeholder 4">
            <a:extLst>
              <a:ext uri="{FF2B5EF4-FFF2-40B4-BE49-F238E27FC236}">
                <a16:creationId xmlns:a16="http://schemas.microsoft.com/office/drawing/2014/main" id="{39870F08-C2AE-9AF7-58DE-EEA8A48BEDA9}"/>
              </a:ext>
            </a:extLst>
          </p:cNvPr>
          <p:cNvSpPr>
            <a:spLocks noGrp="1"/>
          </p:cNvSpPr>
          <p:nvPr>
            <p:ph sz="quarter" idx="36" hasCustomPrompt="1"/>
          </p:nvPr>
        </p:nvSpPr>
        <p:spPr>
          <a:xfrm>
            <a:off x="814302" y="2465535"/>
            <a:ext cx="7303538" cy="3427265"/>
          </a:xfrm>
        </p:spPr>
        <p:txBody>
          <a:bodyPr/>
          <a:lstStyle>
            <a:lvl1pPr marL="283464" indent="-283464">
              <a:lnSpc>
                <a:spcPct val="120000"/>
              </a:lnSpc>
              <a:spcBef>
                <a:spcPts val="1000"/>
              </a:spcBef>
              <a:buClr>
                <a:schemeClr val="accent3"/>
              </a:buClr>
              <a:buFont typeface="Arial" panose="020B0604020202020204" pitchFamily="34" charset="0"/>
              <a:buChar char="•"/>
              <a:defRPr sz="1800" spc="0" baseline="0">
                <a:solidFill>
                  <a:schemeClr val="bg1"/>
                </a:solidFill>
                <a:latin typeface="+mn-lt"/>
              </a:defRPr>
            </a:lvl1pPr>
            <a:lvl2pPr marL="566928" indent="-283464">
              <a:lnSpc>
                <a:spcPct val="120000"/>
              </a:lnSpc>
              <a:spcBef>
                <a:spcPts val="500"/>
              </a:spcBef>
              <a:buClr>
                <a:schemeClr val="accent3"/>
              </a:buClr>
              <a:defRPr sz="1800" spc="0"/>
            </a:lvl2pPr>
            <a:lvl3pPr marL="859536" indent="-283464">
              <a:lnSpc>
                <a:spcPct val="120000"/>
              </a:lnSpc>
              <a:spcBef>
                <a:spcPts val="500"/>
              </a:spcBef>
              <a:buClr>
                <a:schemeClr val="accent3"/>
              </a:buClr>
              <a:defRPr sz="1800" spc="0"/>
            </a:lvl3pPr>
            <a:lvl4pPr marL="1152144">
              <a:lnSpc>
                <a:spcPct val="120000"/>
              </a:lnSpc>
              <a:spcBef>
                <a:spcPts val="500"/>
              </a:spcBef>
              <a:buClr>
                <a:schemeClr val="accent3"/>
              </a:buClr>
              <a:defRPr sz="1800" spc="0"/>
            </a:lvl4pPr>
          </a:lstStyle>
          <a:p>
            <a:pPr lvl="0"/>
            <a:r>
              <a:rPr lang="en-US" dirty="0"/>
              <a:t>Click to add content</a:t>
            </a:r>
          </a:p>
          <a:p>
            <a:pPr lvl="1"/>
            <a:r>
              <a:rPr lang="en-US" dirty="0"/>
              <a:t>Second level</a:t>
            </a:r>
          </a:p>
          <a:p>
            <a:pPr lvl="2"/>
            <a:r>
              <a:rPr lang="en-US" dirty="0"/>
              <a:t>Third level</a:t>
            </a:r>
          </a:p>
          <a:p>
            <a:pPr lvl="3"/>
            <a:r>
              <a:rPr lang="en-US" dirty="0"/>
              <a:t>Fourth level</a:t>
            </a:r>
          </a:p>
        </p:txBody>
      </p:sp>
      <p:sp>
        <p:nvSpPr>
          <p:cNvPr id="10" name="Content Placeholder 9">
            <a:extLst>
              <a:ext uri="{FF2B5EF4-FFF2-40B4-BE49-F238E27FC236}">
                <a16:creationId xmlns:a16="http://schemas.microsoft.com/office/drawing/2014/main" id="{4E7FC75E-AA73-003E-D4E3-B1819886AF9C}"/>
              </a:ext>
            </a:extLst>
          </p:cNvPr>
          <p:cNvSpPr>
            <a:spLocks noGrp="1"/>
          </p:cNvSpPr>
          <p:nvPr>
            <p:ph sz="quarter" idx="37" hasCustomPrompt="1"/>
          </p:nvPr>
        </p:nvSpPr>
        <p:spPr>
          <a:xfrm>
            <a:off x="8392160" y="2465388"/>
            <a:ext cx="2856865" cy="3427412"/>
          </a:xfrm>
        </p:spPr>
        <p:txBody>
          <a:bodyPr/>
          <a:lstStyle>
            <a:lvl1pPr marL="0" indent="0">
              <a:lnSpc>
                <a:spcPct val="120000"/>
              </a:lnSpc>
              <a:spcBef>
                <a:spcPts val="1000"/>
              </a:spcBef>
              <a:buFont typeface="Arial" panose="020B0604020202020204" pitchFamily="34" charset="0"/>
              <a:buNone/>
              <a:defRPr sz="1800">
                <a:solidFill>
                  <a:schemeClr val="bg1"/>
                </a:solidFill>
                <a:latin typeface="+mn-lt"/>
              </a:defRPr>
            </a:lvl1pPr>
            <a:lvl2pPr marL="457200" indent="0">
              <a:lnSpc>
                <a:spcPct val="120000"/>
              </a:lnSpc>
              <a:spcBef>
                <a:spcPts val="1000"/>
              </a:spcBef>
              <a:buNone/>
              <a:defRPr sz="1600">
                <a:solidFill>
                  <a:schemeClr val="bg1"/>
                </a:solidFill>
                <a:latin typeface="+mn-lt"/>
              </a:defRPr>
            </a:lvl2pPr>
            <a:lvl3pPr marL="914400" indent="0">
              <a:lnSpc>
                <a:spcPct val="120000"/>
              </a:lnSpc>
              <a:spcBef>
                <a:spcPts val="1000"/>
              </a:spcBef>
              <a:buNone/>
              <a:defRPr sz="1400">
                <a:solidFill>
                  <a:schemeClr val="bg1"/>
                </a:solidFill>
                <a:latin typeface="+mn-lt"/>
              </a:defRPr>
            </a:lvl3pPr>
            <a:lvl4pPr marL="1371600" indent="0">
              <a:lnSpc>
                <a:spcPct val="120000"/>
              </a:lnSpc>
              <a:spcBef>
                <a:spcPts val="1000"/>
              </a:spcBef>
              <a:buNone/>
              <a:defRPr sz="1200">
                <a:solidFill>
                  <a:schemeClr val="bg1"/>
                </a:solidFill>
                <a:latin typeface="+mn-lt"/>
              </a:defRPr>
            </a:lvl4pPr>
            <a:lvl5pPr marL="1828800" indent="0">
              <a:lnSpc>
                <a:spcPct val="120000"/>
              </a:lnSpc>
              <a:spcBef>
                <a:spcPts val="1000"/>
              </a:spcBef>
              <a:buNone/>
              <a:defRPr sz="1200">
                <a:solidFill>
                  <a:schemeClr val="bg1"/>
                </a:solidFill>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Footer Placeholder 4">
            <a:extLst>
              <a:ext uri="{FF2B5EF4-FFF2-40B4-BE49-F238E27FC236}">
                <a16:creationId xmlns:a16="http://schemas.microsoft.com/office/drawing/2014/main" id="{B02A6961-FD29-3446-6A70-B0D4EE5D14C5}"/>
              </a:ext>
            </a:extLst>
          </p:cNvPr>
          <p:cNvSpPr>
            <a:spLocks noGrp="1"/>
          </p:cNvSpPr>
          <p:nvPr>
            <p:ph type="ftr" sz="quarter" idx="11"/>
          </p:nvPr>
        </p:nvSpPr>
        <p:spPr>
          <a:xfrm>
            <a:off x="336405" y="6237287"/>
            <a:ext cx="4114800" cy="365125"/>
          </a:xfrm>
        </p:spPr>
        <p:txBody>
          <a:bodyPr>
            <a:noAutofit/>
          </a:bodyPr>
          <a:lstStyle>
            <a:lvl1pPr algn="l">
              <a:defRPr sz="1200" spc="0">
                <a:solidFill>
                  <a:schemeClr val="bg1"/>
                </a:solidFill>
              </a:defRPr>
            </a:lvl1pPr>
          </a:lstStyle>
          <a:p>
            <a:r>
              <a:rPr lang="en-US" dirty="0"/>
              <a:t>Presentation title</a:t>
            </a:r>
          </a:p>
        </p:txBody>
      </p:sp>
      <p:sp>
        <p:nvSpPr>
          <p:cNvPr id="16" name="Slide Number Placeholder 5">
            <a:extLst>
              <a:ext uri="{FF2B5EF4-FFF2-40B4-BE49-F238E27FC236}">
                <a16:creationId xmlns:a16="http://schemas.microsoft.com/office/drawing/2014/main" id="{68477A85-1CCD-1BF5-8FF0-11B80AE2F6FC}"/>
              </a:ext>
            </a:extLst>
          </p:cNvPr>
          <p:cNvSpPr>
            <a:spLocks noGrp="1"/>
          </p:cNvSpPr>
          <p:nvPr>
            <p:ph type="sldNum" sz="quarter" idx="12"/>
          </p:nvPr>
        </p:nvSpPr>
        <p:spPr>
          <a:xfrm>
            <a:off x="9140971" y="6226198"/>
            <a:ext cx="2743200" cy="365125"/>
          </a:xfrm>
        </p:spPr>
        <p:txBody>
          <a:bodyPr>
            <a:noAutofit/>
          </a:bodyPr>
          <a:lstStyle>
            <a:lvl1pPr>
              <a:defRPr sz="1200">
                <a:solidFill>
                  <a:schemeClr val="bg1"/>
                </a:solidFill>
              </a:defRPr>
            </a:lvl1pPr>
          </a:lstStyle>
          <a:p>
            <a:fld id="{FE024F78-56A6-7740-B68D-8D4D026EDF3F}" type="slidenum">
              <a:rPr lang="en-US" smtClean="0"/>
              <a:pPr/>
              <a:t>‹#›</a:t>
            </a:fld>
            <a:endParaRPr lang="en-US" dirty="0"/>
          </a:p>
        </p:txBody>
      </p:sp>
    </p:spTree>
    <p:extLst>
      <p:ext uri="{BB962C8B-B14F-4D97-AF65-F5344CB8AC3E}">
        <p14:creationId xmlns:p14="http://schemas.microsoft.com/office/powerpoint/2010/main" val="3245611963"/>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and 2 column">
    <p:bg>
      <p:bgPr>
        <a:gradFill>
          <a:gsLst>
            <a:gs pos="100000">
              <a:schemeClr val="tx2"/>
            </a:gs>
            <a:gs pos="81000">
              <a:schemeClr val="accent6"/>
            </a:gs>
            <a:gs pos="31000">
              <a:srgbClr val="02090E"/>
            </a:gs>
            <a:gs pos="14000">
              <a:schemeClr val="accent4">
                <a:lumMod val="75000"/>
              </a:schemeClr>
            </a:gs>
            <a:gs pos="0">
              <a:schemeClr val="accent4"/>
            </a:gs>
          </a:gsLst>
          <a:lin ang="7800000" scaled="0"/>
        </a:gra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2D51531-1219-2E4B-DCE7-C6FD9D809F0C}"/>
              </a:ext>
              <a:ext uri="{C183D7F6-B498-43B3-948B-1728B52AA6E4}">
                <adec:decorative xmlns:adec="http://schemas.microsoft.com/office/drawing/2017/decorative" val="1"/>
              </a:ext>
            </a:extLst>
          </p:cNvPr>
          <p:cNvSpPr/>
          <p:nvPr userDrawn="1"/>
        </p:nvSpPr>
        <p:spPr>
          <a:xfrm>
            <a:off x="321869" y="343814"/>
            <a:ext cx="11550701" cy="6210605"/>
          </a:xfrm>
          <a:prstGeom prst="rect">
            <a:avLst/>
          </a:prstGeom>
          <a:solidFill>
            <a:schemeClr val="tx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cxnSp>
        <p:nvCxnSpPr>
          <p:cNvPr id="4" name="Straight Connector 3">
            <a:extLst>
              <a:ext uri="{FF2B5EF4-FFF2-40B4-BE49-F238E27FC236}">
                <a16:creationId xmlns:a16="http://schemas.microsoft.com/office/drawing/2014/main" id="{BEC02E56-87A4-158A-F0B0-DB8E9BE3AE5E}"/>
              </a:ext>
              <a:ext uri="{C183D7F6-B498-43B3-948B-1728B52AA6E4}">
                <adec:decorative xmlns:adec="http://schemas.microsoft.com/office/drawing/2017/decorative" val="1"/>
              </a:ext>
            </a:extLst>
          </p:cNvPr>
          <p:cNvCxnSpPr>
            <a:cxnSpLocks/>
          </p:cNvCxnSpPr>
          <p:nvPr userDrawn="1"/>
        </p:nvCxnSpPr>
        <p:spPr>
          <a:xfrm>
            <a:off x="807039" y="1991547"/>
            <a:ext cx="10546763" cy="0"/>
          </a:xfrm>
          <a:prstGeom prst="line">
            <a:avLst/>
          </a:prstGeom>
          <a:ln w="25400">
            <a:gradFill>
              <a:gsLst>
                <a:gs pos="0">
                  <a:schemeClr val="accent4">
                    <a:lumMod val="50000"/>
                  </a:schemeClr>
                </a:gs>
                <a:gs pos="100000">
                  <a:schemeClr val="accent6"/>
                </a:gs>
              </a:gsLst>
              <a:lin ang="10800000" scaled="0"/>
            </a:gra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DF8070BB-B3B5-3A8A-2466-D661C741794F}"/>
              </a:ext>
            </a:extLst>
          </p:cNvPr>
          <p:cNvSpPr>
            <a:spLocks noGrp="1"/>
          </p:cNvSpPr>
          <p:nvPr>
            <p:ph type="title" hasCustomPrompt="1"/>
          </p:nvPr>
        </p:nvSpPr>
        <p:spPr>
          <a:xfrm>
            <a:off x="835370" y="643842"/>
            <a:ext cx="10515601" cy="1140849"/>
          </a:xfrm>
        </p:spPr>
        <p:txBody>
          <a:bodyPr lIns="0" anchor="b">
            <a:noAutofit/>
          </a:bodyPr>
          <a:lstStyle>
            <a:lvl1pPr algn="l">
              <a:defRPr sz="3200" cap="all" spc="0" baseline="0">
                <a:solidFill>
                  <a:schemeClr val="accent3">
                    <a:lumMod val="75000"/>
                  </a:schemeClr>
                </a:solidFill>
              </a:defRPr>
            </a:lvl1pPr>
          </a:lstStyle>
          <a:p>
            <a:r>
              <a:rPr lang="en-US" dirty="0"/>
              <a:t>Click to add title</a:t>
            </a:r>
          </a:p>
        </p:txBody>
      </p:sp>
      <p:sp>
        <p:nvSpPr>
          <p:cNvPr id="10" name="Table Placeholder 9">
            <a:extLst>
              <a:ext uri="{FF2B5EF4-FFF2-40B4-BE49-F238E27FC236}">
                <a16:creationId xmlns:a16="http://schemas.microsoft.com/office/drawing/2014/main" id="{471D7DE3-05F5-8052-02FA-6EF9717E15BE}"/>
              </a:ext>
            </a:extLst>
          </p:cNvPr>
          <p:cNvSpPr>
            <a:spLocks noGrp="1"/>
          </p:cNvSpPr>
          <p:nvPr>
            <p:ph type="tbl" sz="quarter" idx="13"/>
          </p:nvPr>
        </p:nvSpPr>
        <p:spPr>
          <a:xfrm>
            <a:off x="835025" y="2560638"/>
            <a:ext cx="10515600" cy="3478212"/>
          </a:xfrm>
        </p:spPr>
        <p:txBody>
          <a:bodyPr/>
          <a:lstStyle>
            <a:lvl1pPr>
              <a:defRPr sz="2400">
                <a:latin typeface="+mn-lt"/>
              </a:defRPr>
            </a:lvl1pPr>
          </a:lstStyle>
          <a:p>
            <a:r>
              <a:rPr lang="en-US" dirty="0"/>
              <a:t>Click icon to add table</a:t>
            </a:r>
          </a:p>
        </p:txBody>
      </p:sp>
      <p:cxnSp>
        <p:nvCxnSpPr>
          <p:cNvPr id="8" name="Straight Connector 7">
            <a:extLst>
              <a:ext uri="{FF2B5EF4-FFF2-40B4-BE49-F238E27FC236}">
                <a16:creationId xmlns:a16="http://schemas.microsoft.com/office/drawing/2014/main" id="{6468DE94-FC46-A848-7949-ABFEADADEA16}"/>
              </a:ext>
              <a:ext uri="{C183D7F6-B498-43B3-948B-1728B52AA6E4}">
                <adec:decorative xmlns:adec="http://schemas.microsoft.com/office/drawing/2017/decorative" val="1"/>
              </a:ext>
            </a:extLst>
          </p:cNvPr>
          <p:cNvCxnSpPr>
            <a:cxnSpLocks/>
          </p:cNvCxnSpPr>
          <p:nvPr userDrawn="1"/>
        </p:nvCxnSpPr>
        <p:spPr>
          <a:xfrm>
            <a:off x="807039" y="1983705"/>
            <a:ext cx="10435630" cy="0"/>
          </a:xfrm>
          <a:prstGeom prst="line">
            <a:avLst/>
          </a:prstGeom>
          <a:ln w="25400">
            <a:gradFill>
              <a:gsLst>
                <a:gs pos="0">
                  <a:schemeClr val="accent4">
                    <a:lumMod val="50000"/>
                  </a:schemeClr>
                </a:gs>
                <a:gs pos="100000">
                  <a:schemeClr val="accent6"/>
                </a:gs>
              </a:gsLst>
              <a:lin ang="10800000" scaled="0"/>
            </a:gradFill>
          </a:ln>
        </p:spPr>
        <p:style>
          <a:lnRef idx="1">
            <a:schemeClr val="accent1"/>
          </a:lnRef>
          <a:fillRef idx="0">
            <a:schemeClr val="accent1"/>
          </a:fillRef>
          <a:effectRef idx="0">
            <a:schemeClr val="accent1"/>
          </a:effectRef>
          <a:fontRef idx="minor">
            <a:schemeClr val="tx1"/>
          </a:fontRef>
        </p:style>
      </p:cxnSp>
      <p:sp>
        <p:nvSpPr>
          <p:cNvPr id="15" name="Footer Placeholder 4">
            <a:extLst>
              <a:ext uri="{FF2B5EF4-FFF2-40B4-BE49-F238E27FC236}">
                <a16:creationId xmlns:a16="http://schemas.microsoft.com/office/drawing/2014/main" id="{B02A6961-FD29-3446-6A70-B0D4EE5D14C5}"/>
              </a:ext>
            </a:extLst>
          </p:cNvPr>
          <p:cNvSpPr>
            <a:spLocks noGrp="1"/>
          </p:cNvSpPr>
          <p:nvPr>
            <p:ph type="ftr" sz="quarter" idx="11"/>
          </p:nvPr>
        </p:nvSpPr>
        <p:spPr>
          <a:xfrm>
            <a:off x="336405" y="6237287"/>
            <a:ext cx="4114800" cy="365125"/>
          </a:xfrm>
        </p:spPr>
        <p:txBody>
          <a:bodyPr>
            <a:noAutofit/>
          </a:bodyPr>
          <a:lstStyle>
            <a:lvl1pPr algn="l">
              <a:defRPr sz="1200" spc="0">
                <a:solidFill>
                  <a:schemeClr val="bg1"/>
                </a:solidFill>
              </a:defRPr>
            </a:lvl1pPr>
          </a:lstStyle>
          <a:p>
            <a:r>
              <a:rPr lang="en-US" dirty="0"/>
              <a:t>Presentation title</a:t>
            </a:r>
          </a:p>
        </p:txBody>
      </p:sp>
      <p:sp>
        <p:nvSpPr>
          <p:cNvPr id="16" name="Slide Number Placeholder 5">
            <a:extLst>
              <a:ext uri="{FF2B5EF4-FFF2-40B4-BE49-F238E27FC236}">
                <a16:creationId xmlns:a16="http://schemas.microsoft.com/office/drawing/2014/main" id="{68477A85-1CCD-1BF5-8FF0-11B80AE2F6FC}"/>
              </a:ext>
            </a:extLst>
          </p:cNvPr>
          <p:cNvSpPr>
            <a:spLocks noGrp="1"/>
          </p:cNvSpPr>
          <p:nvPr>
            <p:ph type="sldNum" sz="quarter" idx="12"/>
          </p:nvPr>
        </p:nvSpPr>
        <p:spPr>
          <a:xfrm>
            <a:off x="9140971" y="6226198"/>
            <a:ext cx="2743200" cy="365125"/>
          </a:xfrm>
        </p:spPr>
        <p:txBody>
          <a:bodyPr>
            <a:noAutofit/>
          </a:bodyPr>
          <a:lstStyle>
            <a:lvl1pPr>
              <a:defRPr sz="1200">
                <a:solidFill>
                  <a:schemeClr val="bg1"/>
                </a:solidFill>
              </a:defRPr>
            </a:lvl1pPr>
          </a:lstStyle>
          <a:p>
            <a:fld id="{FE024F78-56A6-7740-B68D-8D4D026EDF3F}" type="slidenum">
              <a:rPr lang="en-US" smtClean="0"/>
              <a:pPr/>
              <a:t>‹#›</a:t>
            </a:fld>
            <a:endParaRPr lang="en-US" dirty="0"/>
          </a:p>
        </p:txBody>
      </p:sp>
    </p:spTree>
    <p:extLst>
      <p:ext uri="{BB962C8B-B14F-4D97-AF65-F5344CB8AC3E}">
        <p14:creationId xmlns:p14="http://schemas.microsoft.com/office/powerpoint/2010/main" val="45459184"/>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losing">
    <p:bg>
      <p:bgPr>
        <a:gradFill>
          <a:gsLst>
            <a:gs pos="81987">
              <a:schemeClr val="accent6">
                <a:lumMod val="50000"/>
              </a:schemeClr>
            </a:gs>
            <a:gs pos="35040">
              <a:srgbClr val="020B11"/>
            </a:gs>
            <a:gs pos="11979">
              <a:schemeClr val="accent4">
                <a:lumMod val="50000"/>
              </a:schemeClr>
            </a:gs>
            <a:gs pos="0">
              <a:schemeClr val="accent4"/>
            </a:gs>
            <a:gs pos="99000">
              <a:schemeClr val="tx2"/>
            </a:gs>
          </a:gsLst>
          <a:lin ang="5400000" scaled="1"/>
        </a:gradFill>
        <a:effectLst/>
      </p:bgPr>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289F5C3D-E9E6-75E0-BF7D-799B5CFE5ED0}"/>
              </a:ext>
              <a:ext uri="{C183D7F6-B498-43B3-948B-1728B52AA6E4}">
                <adec:decorative xmlns:adec="http://schemas.microsoft.com/office/drawing/2017/decorative" val="1"/>
              </a:ext>
            </a:extLst>
          </p:cNvPr>
          <p:cNvGrpSpPr/>
          <p:nvPr userDrawn="1"/>
        </p:nvGrpSpPr>
        <p:grpSpPr>
          <a:xfrm>
            <a:off x="4575462" y="4137"/>
            <a:ext cx="7616537" cy="6853863"/>
            <a:chOff x="4575462" y="4137"/>
            <a:chExt cx="7616537" cy="6853863"/>
          </a:xfrm>
        </p:grpSpPr>
        <p:grpSp>
          <p:nvGrpSpPr>
            <p:cNvPr id="16" name="Group 15">
              <a:extLst>
                <a:ext uri="{FF2B5EF4-FFF2-40B4-BE49-F238E27FC236}">
                  <a16:creationId xmlns:a16="http://schemas.microsoft.com/office/drawing/2014/main" id="{CDE1D2C2-40C4-6B80-E8C6-B4CE94C23037}"/>
                </a:ext>
              </a:extLst>
            </p:cNvPr>
            <p:cNvGrpSpPr/>
            <p:nvPr/>
          </p:nvGrpSpPr>
          <p:grpSpPr>
            <a:xfrm>
              <a:off x="4575462" y="691665"/>
              <a:ext cx="364018" cy="857035"/>
              <a:chOff x="468157" y="1144246"/>
              <a:chExt cx="364018" cy="857035"/>
            </a:xfrm>
          </p:grpSpPr>
          <p:sp>
            <p:nvSpPr>
              <p:cNvPr id="27" name="Oval 26">
                <a:extLst>
                  <a:ext uri="{FF2B5EF4-FFF2-40B4-BE49-F238E27FC236}">
                    <a16:creationId xmlns:a16="http://schemas.microsoft.com/office/drawing/2014/main" id="{7C904D88-E1BE-F1FA-D405-F55DA966DA84}"/>
                  </a:ext>
                  <a:ext uri="{C183D7F6-B498-43B3-948B-1728B52AA6E4}">
                    <adec:decorative xmlns:adec="http://schemas.microsoft.com/office/drawing/2017/decorative" val="1"/>
                  </a:ext>
                </a:extLst>
              </p:cNvPr>
              <p:cNvSpPr/>
              <p:nvPr/>
            </p:nvSpPr>
            <p:spPr>
              <a:xfrm>
                <a:off x="705405" y="1144246"/>
                <a:ext cx="126770" cy="126770"/>
              </a:xfrm>
              <a:prstGeom prst="ellipse">
                <a:avLst/>
              </a:prstGeom>
              <a:noFill/>
              <a:ln>
                <a:solidFill>
                  <a:schemeClr val="accent4">
                    <a:lumMod val="60000"/>
                    <a:lumOff val="40000"/>
                    <a:alpha val="49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18" name="Graphic 12">
                <a:extLst>
                  <a:ext uri="{FF2B5EF4-FFF2-40B4-BE49-F238E27FC236}">
                    <a16:creationId xmlns:a16="http://schemas.microsoft.com/office/drawing/2014/main" id="{1D8F0816-C429-D32E-058B-33405874DFA7}"/>
                  </a:ext>
                  <a:ext uri="{C183D7F6-B498-43B3-948B-1728B52AA6E4}">
                    <adec:decorative xmlns:adec="http://schemas.microsoft.com/office/drawing/2017/decorative" val="1"/>
                  </a:ext>
                </a:extLst>
              </p:cNvPr>
              <p:cNvSpPr/>
              <p:nvPr/>
            </p:nvSpPr>
            <p:spPr>
              <a:xfrm>
                <a:off x="468157" y="1963496"/>
                <a:ext cx="45719" cy="37785"/>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4">
                  <a:lumMod val="60000"/>
                  <a:lumOff val="40000"/>
                  <a:alpha val="49071"/>
                </a:schemeClr>
              </a:solidFill>
              <a:ln w="422" cap="flat">
                <a:noFill/>
                <a:prstDash val="solid"/>
                <a:miter/>
              </a:ln>
            </p:spPr>
            <p:txBody>
              <a:bodyPr rtlCol="0" anchor="ctr">
                <a:noAutofit/>
              </a:bodyPr>
              <a:lstStyle/>
              <a:p>
                <a:endParaRPr lang="en-US" dirty="0"/>
              </a:p>
            </p:txBody>
          </p:sp>
        </p:grpSp>
        <p:pic>
          <p:nvPicPr>
            <p:cNvPr id="4" name="Content Placeholder 14">
              <a:extLst>
                <a:ext uri="{FF2B5EF4-FFF2-40B4-BE49-F238E27FC236}">
                  <a16:creationId xmlns:a16="http://schemas.microsoft.com/office/drawing/2014/main" id="{14AC0A97-7D79-3DBE-FB53-A9EBFD806E06}"/>
                </a:ext>
                <a:ext uri="{C183D7F6-B498-43B3-948B-1728B52AA6E4}">
                  <adec:decorative xmlns:adec="http://schemas.microsoft.com/office/drawing/2017/decorative" val="1"/>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6542796" y="4137"/>
              <a:ext cx="5649203" cy="6853863"/>
            </a:xfrm>
            <a:prstGeom prst="rect">
              <a:avLst/>
            </a:prstGeom>
          </p:spPr>
        </p:pic>
      </p:grpSp>
      <p:sp>
        <p:nvSpPr>
          <p:cNvPr id="2" name="Title 1">
            <a:extLst>
              <a:ext uri="{FF2B5EF4-FFF2-40B4-BE49-F238E27FC236}">
                <a16:creationId xmlns:a16="http://schemas.microsoft.com/office/drawing/2014/main" id="{51E83F98-B388-2594-BACB-E3DB652C97D5}"/>
              </a:ext>
            </a:extLst>
          </p:cNvPr>
          <p:cNvSpPr>
            <a:spLocks noGrp="1"/>
          </p:cNvSpPr>
          <p:nvPr>
            <p:ph type="title" hasCustomPrompt="1"/>
          </p:nvPr>
        </p:nvSpPr>
        <p:spPr>
          <a:xfrm>
            <a:off x="835831" y="173735"/>
            <a:ext cx="4409514" cy="2203704"/>
          </a:xfrm>
        </p:spPr>
        <p:txBody>
          <a:bodyPr anchor="b">
            <a:noAutofit/>
          </a:bodyPr>
          <a:lstStyle>
            <a:lvl1pPr>
              <a:defRPr sz="3200" cap="all" baseline="0">
                <a:solidFill>
                  <a:schemeClr val="accent3"/>
                </a:solidFill>
              </a:defRPr>
            </a:lvl1pPr>
          </a:lstStyle>
          <a:p>
            <a:r>
              <a:rPr lang="en-US" dirty="0"/>
              <a:t>Click to add title</a:t>
            </a:r>
          </a:p>
        </p:txBody>
      </p:sp>
      <p:sp>
        <p:nvSpPr>
          <p:cNvPr id="7" name="Content Placeholder 6">
            <a:extLst>
              <a:ext uri="{FF2B5EF4-FFF2-40B4-BE49-F238E27FC236}">
                <a16:creationId xmlns:a16="http://schemas.microsoft.com/office/drawing/2014/main" id="{0D9D0F3E-69D8-49F3-5D7A-71FDC4E3EEE3}"/>
              </a:ext>
            </a:extLst>
          </p:cNvPr>
          <p:cNvSpPr>
            <a:spLocks noGrp="1"/>
          </p:cNvSpPr>
          <p:nvPr>
            <p:ph sz="quarter" idx="14" hasCustomPrompt="1"/>
          </p:nvPr>
        </p:nvSpPr>
        <p:spPr>
          <a:xfrm>
            <a:off x="831850" y="3079119"/>
            <a:ext cx="4413250" cy="2752725"/>
          </a:xfrm>
        </p:spPr>
        <p:txBody>
          <a:bodyPr/>
          <a:lstStyle>
            <a:lvl1pPr>
              <a:lnSpc>
                <a:spcPct val="120000"/>
              </a:lnSpc>
              <a:spcBef>
                <a:spcPts val="1000"/>
              </a:spcBef>
              <a:defRPr sz="1800">
                <a:solidFill>
                  <a:schemeClr val="bg1"/>
                </a:solidFill>
                <a:latin typeface="+mn-lt"/>
              </a:defRPr>
            </a:lvl1pPr>
            <a:lvl2pPr>
              <a:lnSpc>
                <a:spcPct val="120000"/>
              </a:lnSpc>
              <a:spcBef>
                <a:spcPts val="1000"/>
              </a:spcBef>
              <a:buClr>
                <a:schemeClr val="accent3"/>
              </a:buClr>
              <a:defRPr sz="1600">
                <a:solidFill>
                  <a:schemeClr val="bg1"/>
                </a:solidFill>
                <a:latin typeface="+mn-lt"/>
              </a:defRPr>
            </a:lvl2pPr>
            <a:lvl3pPr>
              <a:lnSpc>
                <a:spcPct val="120000"/>
              </a:lnSpc>
              <a:spcBef>
                <a:spcPts val="1000"/>
              </a:spcBef>
              <a:buClr>
                <a:schemeClr val="accent3"/>
              </a:buClr>
              <a:defRPr sz="1400">
                <a:solidFill>
                  <a:schemeClr val="bg1"/>
                </a:solidFill>
                <a:latin typeface="+mn-lt"/>
              </a:defRPr>
            </a:lvl3pPr>
            <a:lvl4pPr>
              <a:lnSpc>
                <a:spcPct val="120000"/>
              </a:lnSpc>
              <a:spcBef>
                <a:spcPts val="1000"/>
              </a:spcBef>
              <a:buClr>
                <a:schemeClr val="accent3"/>
              </a:buClr>
              <a:defRPr sz="1200">
                <a:solidFill>
                  <a:schemeClr val="bg1"/>
                </a:solidFill>
                <a:latin typeface="+mn-lt"/>
              </a:defRPr>
            </a:lvl4pPr>
            <a:lvl5pPr>
              <a:lnSpc>
                <a:spcPct val="120000"/>
              </a:lnSpc>
              <a:spcBef>
                <a:spcPts val="1000"/>
              </a:spcBef>
              <a:buClr>
                <a:schemeClr val="accent3"/>
              </a:buClr>
              <a:defRPr sz="1200">
                <a:solidFill>
                  <a:schemeClr val="bg1"/>
                </a:solidFill>
                <a:latin typeface="+mn-lt"/>
              </a:defRPr>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6" name="Straight Connector 5">
            <a:extLst>
              <a:ext uri="{FF2B5EF4-FFF2-40B4-BE49-F238E27FC236}">
                <a16:creationId xmlns:a16="http://schemas.microsoft.com/office/drawing/2014/main" id="{61CFC792-44F7-2497-E19D-8FB08AFF94F7}"/>
              </a:ext>
              <a:ext uri="{C183D7F6-B498-43B3-948B-1728B52AA6E4}">
                <adec:decorative xmlns:adec="http://schemas.microsoft.com/office/drawing/2017/decorative" val="1"/>
              </a:ext>
            </a:extLst>
          </p:cNvPr>
          <p:cNvCxnSpPr>
            <a:cxnSpLocks/>
          </p:cNvCxnSpPr>
          <p:nvPr userDrawn="1"/>
        </p:nvCxnSpPr>
        <p:spPr>
          <a:xfrm>
            <a:off x="835831" y="2679192"/>
            <a:ext cx="4101929" cy="0"/>
          </a:xfrm>
          <a:prstGeom prst="line">
            <a:avLst/>
          </a:prstGeom>
          <a:ln w="25400">
            <a:gradFill>
              <a:gsLst>
                <a:gs pos="0">
                  <a:schemeClr val="accent4">
                    <a:lumMod val="50000"/>
                  </a:schemeClr>
                </a:gs>
                <a:gs pos="100000">
                  <a:schemeClr val="accent6"/>
                </a:gs>
              </a:gsLst>
              <a:lin ang="10800000" scaled="0"/>
            </a:gra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78260718"/>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a:gsLst>
            <a:gs pos="0">
              <a:schemeClr val="tx1"/>
            </a:gs>
            <a:gs pos="99000">
              <a:srgbClr val="05202E"/>
            </a:gs>
          </a:gsLst>
          <a:lin ang="5400000" scaled="1"/>
        </a:gra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C3EA418-19D1-0D4D-BE52-40A86E32FBF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12BAE0C-5187-A64D-A481-E69245670354}"/>
              </a:ext>
            </a:extLst>
          </p:cNvPr>
          <p:cNvSpPr>
            <a:spLocks noGrp="1"/>
          </p:cNvSpPr>
          <p:nvPr>
            <p:ph type="body" idx="1"/>
          </p:nvPr>
        </p:nvSpPr>
        <p:spPr>
          <a:xfrm>
            <a:off x="838200" y="1825625"/>
            <a:ext cx="10515600" cy="4351338"/>
          </a:xfrm>
          <a:prstGeom prst="rect">
            <a:avLst/>
          </a:prstGeom>
        </p:spPr>
        <p:txBody>
          <a:bodyPr vert="horz" lIns="91440" tIns="45720" rIns="91440" bIns="4572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F9759C05-48F5-9346-8256-5B61C6990EC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noAutofit/>
          </a:bodyPr>
          <a:lstStyle>
            <a:lvl1pPr algn="l">
              <a:defRPr sz="1200">
                <a:solidFill>
                  <a:schemeClr val="bg1"/>
                </a:solidFill>
                <a:latin typeface="+mj-lt"/>
                <a:cs typeface="Biome" panose="020B0503030204020804" pitchFamily="34" charset="0"/>
              </a:defRPr>
            </a:lvl1pPr>
          </a:lstStyle>
          <a:p>
            <a:endParaRPr lang="en-US" dirty="0"/>
          </a:p>
        </p:txBody>
      </p:sp>
      <p:sp>
        <p:nvSpPr>
          <p:cNvPr id="5" name="Footer Placeholder 4">
            <a:extLst>
              <a:ext uri="{FF2B5EF4-FFF2-40B4-BE49-F238E27FC236}">
                <a16:creationId xmlns:a16="http://schemas.microsoft.com/office/drawing/2014/main" id="{84175D63-7351-9C4A-AEE0-10E27B3B645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noAutofit/>
          </a:bodyPr>
          <a:lstStyle>
            <a:lvl1pPr algn="ctr">
              <a:defRPr sz="1200">
                <a:solidFill>
                  <a:schemeClr val="bg1"/>
                </a:solidFill>
                <a:latin typeface="+mj-lt"/>
                <a:cs typeface="Biome" panose="020B0503030204020804" pitchFamily="34" charset="0"/>
              </a:defRPr>
            </a:lvl1pPr>
          </a:lstStyle>
          <a:p>
            <a:r>
              <a:rPr lang="en-US" dirty="0"/>
              <a:t>Presentation title</a:t>
            </a:r>
          </a:p>
        </p:txBody>
      </p:sp>
      <p:sp>
        <p:nvSpPr>
          <p:cNvPr id="6" name="Slide Number Placeholder 5">
            <a:extLst>
              <a:ext uri="{FF2B5EF4-FFF2-40B4-BE49-F238E27FC236}">
                <a16:creationId xmlns:a16="http://schemas.microsoft.com/office/drawing/2014/main" id="{7350889F-2BBA-5F45-95BC-BEA66881675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noAutofit/>
          </a:bodyPr>
          <a:lstStyle>
            <a:lvl1pPr algn="r">
              <a:defRPr sz="1200">
                <a:solidFill>
                  <a:schemeClr val="bg1"/>
                </a:solidFill>
                <a:latin typeface="+mj-lt"/>
                <a:cs typeface="Biome" panose="020B0503030204020804" pitchFamily="34" charset="0"/>
              </a:defRPr>
            </a:lvl1pPr>
          </a:lstStyle>
          <a:p>
            <a:fld id="{FE024F78-56A6-7740-B68D-8D4D026EDF3F}" type="slidenum">
              <a:rPr lang="en-US" smtClean="0"/>
              <a:pPr/>
              <a:t>‹#›</a:t>
            </a:fld>
            <a:endParaRPr lang="en-US" dirty="0"/>
          </a:p>
        </p:txBody>
      </p:sp>
    </p:spTree>
    <p:extLst>
      <p:ext uri="{BB962C8B-B14F-4D97-AF65-F5344CB8AC3E}">
        <p14:creationId xmlns:p14="http://schemas.microsoft.com/office/powerpoint/2010/main" val="1955693199"/>
      </p:ext>
    </p:extLst>
  </p:cSld>
  <p:clrMap bg1="lt1" tx1="dk1" bg2="lt2" tx2="dk2" accent1="accent1" accent2="accent2" accent3="accent3" accent4="accent4" accent5="accent5" accent6="accent6" hlink="hlink" folHlink="folHlink"/>
  <p:sldLayoutIdLst>
    <p:sldLayoutId id="2147483657" r:id="rId1"/>
    <p:sldLayoutId id="2147483679" r:id="rId2"/>
    <p:sldLayoutId id="2147483669" r:id="rId3"/>
    <p:sldLayoutId id="2147483672" r:id="rId4"/>
    <p:sldLayoutId id="2147483673" r:id="rId5"/>
    <p:sldLayoutId id="2147483674" r:id="rId6"/>
    <p:sldLayoutId id="2147483671" r:id="rId7"/>
    <p:sldLayoutId id="2147483675" r:id="rId8"/>
    <p:sldLayoutId id="2147483676" r:id="rId9"/>
    <p:sldLayoutId id="2147483670" r:id="rId10"/>
    <p:sldLayoutId id="2147483677" r:id="rId11"/>
    <p:sldLayoutId id="2147483678" r:id="rId12"/>
    <p:sldLayoutId id="2147483664" r:id="rId13"/>
    <p:sldLayoutId id="2147483663" r:id="rId14"/>
  </p:sldLayoutIdLst>
  <p:hf hdr="0" ftr="0" dt="0"/>
  <p:txStyles>
    <p:titleStyle>
      <a:lvl1pPr algn="l" defTabSz="914400" rtl="0" eaLnBrk="1" latinLnBrk="0" hangingPunct="1">
        <a:lnSpc>
          <a:spcPct val="90000"/>
        </a:lnSpc>
        <a:spcBef>
          <a:spcPct val="0"/>
        </a:spcBef>
        <a:buNone/>
        <a:defRPr sz="4400" kern="1200" spc="300" baseline="0">
          <a:solidFill>
            <a:schemeClr val="bg1"/>
          </a:solidFill>
          <a:latin typeface="+mj-lt"/>
          <a:ea typeface="+mj-ea"/>
          <a:cs typeface="Biome" panose="020B0503030204020804" pitchFamily="34" charset="0"/>
        </a:defRPr>
      </a:lvl1pPr>
    </p:titleStyle>
    <p:bodyStyle>
      <a:lvl1pPr marL="0" indent="0" algn="l" defTabSz="914400" rtl="0" eaLnBrk="1" latinLnBrk="0" hangingPunct="1">
        <a:lnSpc>
          <a:spcPct val="90000"/>
        </a:lnSpc>
        <a:spcBef>
          <a:spcPts val="1000"/>
        </a:spcBef>
        <a:buFont typeface="Arial" panose="020B0604020202020204" pitchFamily="34" charset="0"/>
        <a:buNone/>
        <a:defRPr sz="2800" kern="1200">
          <a:solidFill>
            <a:schemeClr val="accent3"/>
          </a:solidFill>
          <a:latin typeface="+mj-lt"/>
          <a:ea typeface="+mn-ea"/>
          <a:cs typeface="Biome" panose="020B0503030204020804" pitchFamily="34" charset="0"/>
        </a:defRPr>
      </a:lvl1pPr>
      <a:lvl2pPr marL="800100" indent="-342900" algn="l" defTabSz="914400" rtl="0" eaLnBrk="1" latinLnBrk="0" hangingPunct="1">
        <a:lnSpc>
          <a:spcPct val="90000"/>
        </a:lnSpc>
        <a:spcBef>
          <a:spcPts val="500"/>
        </a:spcBef>
        <a:buClr>
          <a:schemeClr val="accent6"/>
        </a:buClr>
        <a:buFont typeface="Arial" panose="020B0604020202020204" pitchFamily="34" charset="0"/>
        <a:buChar char="•"/>
        <a:defRPr sz="2400" kern="1200">
          <a:solidFill>
            <a:schemeClr val="bg1"/>
          </a:solidFill>
          <a:latin typeface="+mn-lt"/>
          <a:ea typeface="+mn-ea"/>
          <a:cs typeface="+mn-cs"/>
        </a:defRPr>
      </a:lvl2pPr>
      <a:lvl3pPr marL="1257300" indent="-342900" algn="l" defTabSz="914400" rtl="0" eaLnBrk="1" latinLnBrk="0" hangingPunct="1">
        <a:lnSpc>
          <a:spcPct val="90000"/>
        </a:lnSpc>
        <a:spcBef>
          <a:spcPts val="500"/>
        </a:spcBef>
        <a:buClr>
          <a:schemeClr val="accent6"/>
        </a:buClr>
        <a:buFont typeface="Arial" panose="020B0604020202020204" pitchFamily="34" charset="0"/>
        <a:buChar char="•"/>
        <a:defRPr sz="2000" kern="1200">
          <a:solidFill>
            <a:schemeClr val="bg1"/>
          </a:solidFill>
          <a:latin typeface="+mn-lt"/>
          <a:ea typeface="+mn-ea"/>
          <a:cs typeface="+mn-cs"/>
        </a:defRPr>
      </a:lvl3pPr>
      <a:lvl4pPr marL="1657350" indent="-285750" algn="l"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bg1"/>
          </a:solidFill>
          <a:latin typeface="+mn-lt"/>
          <a:ea typeface="+mn-ea"/>
          <a:cs typeface="+mn-cs"/>
        </a:defRPr>
      </a:lvl4pPr>
      <a:lvl5pPr marL="2114550" indent="-285750" algn="l"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audio" Target="../media/media1.m4a"/><Relationship Id="rId1" Type="http://schemas.microsoft.com/office/2007/relationships/media" Target="../media/media1.m4a"/><Relationship Id="rId5" Type="http://schemas.openxmlformats.org/officeDocument/2006/relationships/image" Target="../media/image7.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2.m4a"/><Relationship Id="rId1" Type="http://schemas.microsoft.com/office/2007/relationships/media" Target="../media/media2.m4a"/><Relationship Id="rId5" Type="http://schemas.openxmlformats.org/officeDocument/2006/relationships/image" Target="../media/image7.png"/><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audio" Target="../media/media3.m4a"/><Relationship Id="rId1" Type="http://schemas.microsoft.com/office/2007/relationships/media" Target="../media/media3.m4a"/><Relationship Id="rId6" Type="http://schemas.openxmlformats.org/officeDocument/2006/relationships/image" Target="../media/image7.png"/><Relationship Id="rId5" Type="http://schemas.openxmlformats.org/officeDocument/2006/relationships/image" Target="../media/image8.jp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8.xml"/><Relationship Id="rId2" Type="http://schemas.openxmlformats.org/officeDocument/2006/relationships/audio" Target="../media/media4.m4a"/><Relationship Id="rId1" Type="http://schemas.microsoft.com/office/2007/relationships/media" Target="../media/media4.m4a"/><Relationship Id="rId5" Type="http://schemas.openxmlformats.org/officeDocument/2006/relationships/image" Target="../media/image7.pn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audio" Target="../media/media5.m4a"/><Relationship Id="rId1" Type="http://schemas.microsoft.com/office/2007/relationships/media" Target="../media/media5.m4a"/><Relationship Id="rId6" Type="http://schemas.openxmlformats.org/officeDocument/2006/relationships/image" Target="../media/image9.jpg"/><Relationship Id="rId5" Type="http://schemas.openxmlformats.org/officeDocument/2006/relationships/image" Target="../media/image7.pn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8.xml"/><Relationship Id="rId2" Type="http://schemas.openxmlformats.org/officeDocument/2006/relationships/audio" Target="../media/media6.m4a"/><Relationship Id="rId1" Type="http://schemas.microsoft.com/office/2007/relationships/media" Target="../media/media6.m4a"/><Relationship Id="rId5" Type="http://schemas.openxmlformats.org/officeDocument/2006/relationships/image" Target="../media/image7.png"/><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8.xml"/><Relationship Id="rId2" Type="http://schemas.openxmlformats.org/officeDocument/2006/relationships/audio" Target="../media/media7.m4a"/><Relationship Id="rId1" Type="http://schemas.microsoft.com/office/2007/relationships/media" Target="../media/media7.m4a"/><Relationship Id="rId6" Type="http://schemas.openxmlformats.org/officeDocument/2006/relationships/image" Target="../media/image7.png"/><Relationship Id="rId5" Type="http://schemas.openxmlformats.org/officeDocument/2006/relationships/image" Target="../media/image12.png"/><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8.xml"/><Relationship Id="rId2" Type="http://schemas.openxmlformats.org/officeDocument/2006/relationships/audio" Target="../media/media8.m4a"/><Relationship Id="rId1" Type="http://schemas.microsoft.com/office/2007/relationships/media" Target="../media/media8.m4a"/><Relationship Id="rId5" Type="http://schemas.openxmlformats.org/officeDocument/2006/relationships/image" Target="../media/image7.png"/><Relationship Id="rId4" Type="http://schemas.openxmlformats.org/officeDocument/2006/relationships/image" Target="../media/image13.png"/></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8.xml"/><Relationship Id="rId7" Type="http://schemas.openxmlformats.org/officeDocument/2006/relationships/image" Target="../media/image7.png"/><Relationship Id="rId2" Type="http://schemas.openxmlformats.org/officeDocument/2006/relationships/audio" Target="../media/media9.m4a"/><Relationship Id="rId1" Type="http://schemas.microsoft.com/office/2007/relationships/media" Target="../media/media9.m4a"/><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8.xml"/><Relationship Id="rId2" Type="http://schemas.openxmlformats.org/officeDocument/2006/relationships/audio" Target="../media/media10.m4a"/><Relationship Id="rId1" Type="http://schemas.microsoft.com/office/2007/relationships/media" Target="../media/media10.m4a"/><Relationship Id="rId5" Type="http://schemas.openxmlformats.org/officeDocument/2006/relationships/image" Target="../media/image7.png"/><Relationship Id="rId4" Type="http://schemas.openxmlformats.org/officeDocument/2006/relationships/image" Target="../media/image17.png"/></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audio" Target="../media/media11.m4a"/><Relationship Id="rId1" Type="http://schemas.microsoft.com/office/2007/relationships/media" Target="../media/media11.m4a"/><Relationship Id="rId6" Type="http://schemas.openxmlformats.org/officeDocument/2006/relationships/image" Target="../media/image18.png"/><Relationship Id="rId5" Type="http://schemas.openxmlformats.org/officeDocument/2006/relationships/image" Target="../media/image8.jpg"/><Relationship Id="rId4" Type="http://schemas.openxmlformats.org/officeDocument/2006/relationships/notesSlide" Target="../notesSlides/notesSlide6.xml"/></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audio" Target="../media/media12.m4a"/><Relationship Id="rId1" Type="http://schemas.microsoft.com/office/2007/relationships/media" Target="../media/media12.m4a"/><Relationship Id="rId5" Type="http://schemas.openxmlformats.org/officeDocument/2006/relationships/image" Target="../media/image18.png"/><Relationship Id="rId4" Type="http://schemas.openxmlformats.org/officeDocument/2006/relationships/notesSlide" Target="../notesSlides/notesSlide7.xml"/></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8.xml"/><Relationship Id="rId2" Type="http://schemas.openxmlformats.org/officeDocument/2006/relationships/audio" Target="../media/media13.m4a"/><Relationship Id="rId1" Type="http://schemas.microsoft.com/office/2007/relationships/media" Target="../media/media13.m4a"/><Relationship Id="rId6" Type="http://schemas.openxmlformats.org/officeDocument/2006/relationships/image" Target="../media/image18.png"/><Relationship Id="rId5" Type="http://schemas.openxmlformats.org/officeDocument/2006/relationships/image" Target="../media/image19.png"/><Relationship Id="rId4" Type="http://schemas.openxmlformats.org/officeDocument/2006/relationships/notesSlide" Target="../notesSlides/notesSlide8.xml"/></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8.xml"/><Relationship Id="rId2" Type="http://schemas.openxmlformats.org/officeDocument/2006/relationships/audio" Target="../media/media14.m4a"/><Relationship Id="rId1" Type="http://schemas.microsoft.com/office/2007/relationships/media" Target="../media/media14.m4a"/><Relationship Id="rId6" Type="http://schemas.openxmlformats.org/officeDocument/2006/relationships/image" Target="../media/image18.png"/><Relationship Id="rId5" Type="http://schemas.openxmlformats.org/officeDocument/2006/relationships/image" Target="../media/image20.png"/><Relationship Id="rId4" Type="http://schemas.openxmlformats.org/officeDocument/2006/relationships/notesSlide" Target="../notesSlides/notesSlide9.xml"/></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8.xml"/><Relationship Id="rId2" Type="http://schemas.openxmlformats.org/officeDocument/2006/relationships/audio" Target="../media/media15.m4a"/><Relationship Id="rId1" Type="http://schemas.microsoft.com/office/2007/relationships/media" Target="../media/media15.m4a"/><Relationship Id="rId6" Type="http://schemas.openxmlformats.org/officeDocument/2006/relationships/image" Target="../media/image18.png"/><Relationship Id="rId5" Type="http://schemas.openxmlformats.org/officeDocument/2006/relationships/image" Target="../media/image21.png"/><Relationship Id="rId4" Type="http://schemas.openxmlformats.org/officeDocument/2006/relationships/notesSlide" Target="../notesSlides/notesSlide10.xml"/></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8.xml"/><Relationship Id="rId2" Type="http://schemas.openxmlformats.org/officeDocument/2006/relationships/audio" Target="../media/media16.m4a"/><Relationship Id="rId1" Type="http://schemas.microsoft.com/office/2007/relationships/media" Target="../media/media16.m4a"/><Relationship Id="rId6" Type="http://schemas.openxmlformats.org/officeDocument/2006/relationships/image" Target="../media/image18.png"/><Relationship Id="rId5" Type="http://schemas.openxmlformats.org/officeDocument/2006/relationships/image" Target="../media/image22.png"/><Relationship Id="rId4" Type="http://schemas.openxmlformats.org/officeDocument/2006/relationships/notesSlide" Target="../notesSlides/notesSlide11.xml"/></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8.xml"/><Relationship Id="rId2" Type="http://schemas.openxmlformats.org/officeDocument/2006/relationships/audio" Target="../media/media17.m4a"/><Relationship Id="rId1" Type="http://schemas.microsoft.com/office/2007/relationships/media" Target="../media/media17.m4a"/><Relationship Id="rId6" Type="http://schemas.openxmlformats.org/officeDocument/2006/relationships/image" Target="../media/image18.png"/><Relationship Id="rId5" Type="http://schemas.openxmlformats.org/officeDocument/2006/relationships/image" Target="../media/image23.png"/><Relationship Id="rId4" Type="http://schemas.openxmlformats.org/officeDocument/2006/relationships/notesSlide" Target="../notesSlides/notesSlide12.xml"/></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8.xml"/><Relationship Id="rId2" Type="http://schemas.openxmlformats.org/officeDocument/2006/relationships/audio" Target="../media/media18.m4a"/><Relationship Id="rId1" Type="http://schemas.microsoft.com/office/2007/relationships/media" Target="../media/media18.m4a"/><Relationship Id="rId6" Type="http://schemas.openxmlformats.org/officeDocument/2006/relationships/image" Target="../media/image18.png"/><Relationship Id="rId5" Type="http://schemas.openxmlformats.org/officeDocument/2006/relationships/image" Target="../media/image24.png"/><Relationship Id="rId4" Type="http://schemas.openxmlformats.org/officeDocument/2006/relationships/notesSlide" Target="../notesSlides/notesSlide13.xml"/></Relationships>
</file>

<file path=ppt/slides/_rels/slide19.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audio" Target="../media/media19.m4a"/><Relationship Id="rId1" Type="http://schemas.microsoft.com/office/2007/relationships/media" Target="../media/media19.m4a"/><Relationship Id="rId4" Type="http://schemas.openxmlformats.org/officeDocument/2006/relationships/image" Target="../media/image18.png"/></Relationships>
</file>

<file path=ppt/slides/_rels/slide20.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audio" Target="../media/media20.m4a"/><Relationship Id="rId1" Type="http://schemas.microsoft.com/office/2007/relationships/media" Target="../media/media20.m4a"/><Relationship Id="rId4" Type="http://schemas.openxmlformats.org/officeDocument/2006/relationships/image" Target="../media/image18.png"/></Relationships>
</file>

<file path=ppt/slides/_rels/slide21.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audio" Target="../media/media21.m4a"/><Relationship Id="rId1" Type="http://schemas.microsoft.com/office/2007/relationships/media" Target="../media/media21.m4a"/><Relationship Id="rId5" Type="http://schemas.openxmlformats.org/officeDocument/2006/relationships/image" Target="../media/image18.png"/><Relationship Id="rId4" Type="http://schemas.openxmlformats.org/officeDocument/2006/relationships/image" Target="../media/image9.jpg"/></Relationships>
</file>

<file path=ppt/slides/_rels/slide2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audio" Target="../media/media22.m4a"/><Relationship Id="rId1" Type="http://schemas.microsoft.com/office/2007/relationships/media" Target="../media/media22.m4a"/><Relationship Id="rId4" Type="http://schemas.openxmlformats.org/officeDocument/2006/relationships/image" Target="../media/image1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997874EA-2F67-60CD-631F-5A787057F8CE}"/>
              </a:ext>
            </a:extLst>
          </p:cNvPr>
          <p:cNvSpPr>
            <a:spLocks noGrp="1"/>
          </p:cNvSpPr>
          <p:nvPr>
            <p:ph type="title"/>
          </p:nvPr>
        </p:nvSpPr>
        <p:spPr>
          <a:xfrm>
            <a:off x="555744" y="385009"/>
            <a:ext cx="11080510" cy="2665627"/>
          </a:xfrm>
        </p:spPr>
        <p:txBody>
          <a:bodyPr anchor="b"/>
          <a:lstStyle/>
          <a:p>
            <a:r>
              <a:rPr lang="en-US" dirty="0">
                <a:cs typeface="Biome"/>
              </a:rPr>
              <a:t>AAI-540</a:t>
            </a:r>
            <a:endParaRPr lang="en-US" dirty="0"/>
          </a:p>
        </p:txBody>
      </p:sp>
      <p:sp>
        <p:nvSpPr>
          <p:cNvPr id="9" name="Subtitle 3">
            <a:extLst>
              <a:ext uri="{FF2B5EF4-FFF2-40B4-BE49-F238E27FC236}">
                <a16:creationId xmlns:a16="http://schemas.microsoft.com/office/drawing/2014/main" id="{2981AB9E-AF0F-CAD0-2DD2-D640FB871E66}"/>
              </a:ext>
            </a:extLst>
          </p:cNvPr>
          <p:cNvSpPr>
            <a:spLocks noGrp="1"/>
          </p:cNvSpPr>
          <p:nvPr>
            <p:ph type="subTitle" idx="1"/>
          </p:nvPr>
        </p:nvSpPr>
        <p:spPr>
          <a:xfrm>
            <a:off x="3" y="3258117"/>
            <a:ext cx="12191997" cy="2577772"/>
          </a:xfrm>
        </p:spPr>
        <p:txBody>
          <a:bodyPr vert="horz" lIns="91440" tIns="45720" rIns="91440" bIns="45720" rtlCol="0" anchor="t">
            <a:noAutofit/>
          </a:bodyPr>
          <a:lstStyle/>
          <a:p>
            <a:r>
              <a:rPr lang="en-US" dirty="0">
                <a:cs typeface="Biome Light"/>
              </a:rPr>
              <a:t>Machine Learning operation</a:t>
            </a:r>
          </a:p>
          <a:p>
            <a:r>
              <a:rPr lang="en-US" dirty="0">
                <a:cs typeface="Biome Light"/>
              </a:rPr>
              <a:t>By:</a:t>
            </a:r>
          </a:p>
          <a:p>
            <a:r>
              <a:rPr lang="en-US" sz="2400" dirty="0">
                <a:cs typeface="Biome Light"/>
              </a:rPr>
              <a:t>Aaron Ramirez</a:t>
            </a:r>
          </a:p>
          <a:p>
            <a:r>
              <a:rPr lang="en-US" sz="2400" dirty="0">
                <a:cs typeface="Biome Light"/>
              </a:rPr>
              <a:t>Andrew  </a:t>
            </a:r>
            <a:r>
              <a:rPr lang="en-US" sz="2400" err="1">
                <a:cs typeface="Biome Light"/>
              </a:rPr>
              <a:t>roehr</a:t>
            </a:r>
            <a:endParaRPr lang="en-US" sz="2400">
              <a:cs typeface="Biome Light"/>
            </a:endParaRPr>
          </a:p>
          <a:p>
            <a:r>
              <a:rPr lang="en-US" sz="2400" dirty="0">
                <a:cs typeface="Biome Light"/>
              </a:rPr>
              <a:t>Luis Lopez</a:t>
            </a:r>
            <a:endParaRPr lang="en-US" sz="2400" dirty="0"/>
          </a:p>
        </p:txBody>
      </p:sp>
      <p:pic>
        <p:nvPicPr>
          <p:cNvPr id="13" name="Audio 12">
            <a:hlinkClick r:id="" action="ppaction://media"/>
            <a:extLst>
              <a:ext uri="{FF2B5EF4-FFF2-40B4-BE49-F238E27FC236}">
                <a16:creationId xmlns:a16="http://schemas.microsoft.com/office/drawing/2014/main" id="{DF32AF43-3123-B3A3-000D-9171387729C2}"/>
              </a:ext>
            </a:extLst>
          </p:cNvPr>
          <p:cNvPicPr>
            <a:picLocks noChangeAspect="1"/>
          </p:cNvPicPr>
          <p:nvPr>
            <a:audioFile r:link="rId2"/>
            <p:extLst>
              <p:ext uri="{DAA4B4D4-6D71-4841-9C94-3DE7FCFB9230}">
                <p14:media xmlns:p14="http://schemas.microsoft.com/office/powerpoint/2010/main" r:embed="rId1"/>
              </p:ext>
            </p:extLst>
          </p:nvPr>
        </p:nvPicPr>
        <p:blipFill>
          <a:blip r:embed="rId5"/>
          <a:srcRect l="-118750" t="-118750" r="-118750" b="-118750"/>
          <a:stretch>
            <a:fillRect/>
          </a:stretch>
        </p:blipFill>
        <p:spPr>
          <a:xfrm>
            <a:off x="10052304" y="4718304"/>
            <a:ext cx="2057400" cy="2057400"/>
          </a:xfrm>
          <a:prstGeom prst="ellipse">
            <a:avLst/>
          </a:prstGeom>
        </p:spPr>
      </p:pic>
    </p:spTree>
    <p:extLst>
      <p:ext uri="{BB962C8B-B14F-4D97-AF65-F5344CB8AC3E}">
        <p14:creationId xmlns:p14="http://schemas.microsoft.com/office/powerpoint/2010/main" val="2498031464"/>
      </p:ext>
    </p:extLst>
  </p:cSld>
  <p:clrMapOvr>
    <a:masterClrMapping/>
  </p:clrMapOvr>
  <mc:AlternateContent xmlns:mc="http://schemas.openxmlformats.org/markup-compatibility/2006" xmlns:p14="http://schemas.microsoft.com/office/powerpoint/2010/main">
    <mc:Choice Requires="p14">
      <p:transition spd="slow" p14:dur="2000" advTm="15052"/>
    </mc:Choice>
    <mc:Fallback xmlns="">
      <p:transition spd="slow" advTm="15052"/>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13"/>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13"/>
                </p:tgtEl>
              </p:cMediaNode>
            </p:audio>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gradFill flip="none" rotWithShape="1">
          <a:gsLst>
            <a:gs pos="100000">
              <a:schemeClr val="tx2"/>
            </a:gs>
            <a:gs pos="81000">
              <a:schemeClr val="accent6"/>
            </a:gs>
            <a:gs pos="55000">
              <a:srgbClr val="02090E"/>
            </a:gs>
            <a:gs pos="14000">
              <a:schemeClr val="accent4">
                <a:lumMod val="75000"/>
              </a:schemeClr>
            </a:gs>
            <a:gs pos="0">
              <a:schemeClr val="accent4"/>
            </a:gs>
          </a:gsLst>
          <a:lin ang="2700000" scaled="1"/>
          <a:tileRect/>
        </a:gradFill>
        <a:effectLst/>
      </p:bgPr>
    </p:bg>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1A2458FF-0D0C-4ACC-C6FB-103BC0BADCCD}"/>
              </a:ext>
            </a:extLst>
          </p:cNvPr>
          <p:cNvSpPr>
            <a:spLocks noGrp="1"/>
          </p:cNvSpPr>
          <p:nvPr>
            <p:ph type="title"/>
          </p:nvPr>
        </p:nvSpPr>
        <p:spPr>
          <a:xfrm>
            <a:off x="838201" y="365125"/>
            <a:ext cx="4466502" cy="1936866"/>
          </a:xfrm>
        </p:spPr>
        <p:txBody>
          <a:bodyPr/>
          <a:lstStyle/>
          <a:p>
            <a:r>
              <a:rPr lang="en-US" dirty="0"/>
              <a:t>Agenda</a:t>
            </a:r>
          </a:p>
        </p:txBody>
      </p:sp>
      <p:sp>
        <p:nvSpPr>
          <p:cNvPr id="31" name="Text Placeholder 3">
            <a:extLst>
              <a:ext uri="{FF2B5EF4-FFF2-40B4-BE49-F238E27FC236}">
                <a16:creationId xmlns:a16="http://schemas.microsoft.com/office/drawing/2014/main" id="{F1239C0E-3F39-787D-0FC3-6B7C9BA37E8F}"/>
              </a:ext>
            </a:extLst>
          </p:cNvPr>
          <p:cNvSpPr>
            <a:spLocks noGrp="1"/>
          </p:cNvSpPr>
          <p:nvPr>
            <p:ph sz="quarter" idx="10"/>
          </p:nvPr>
        </p:nvSpPr>
        <p:spPr>
          <a:xfrm>
            <a:off x="838201" y="3097848"/>
            <a:ext cx="4466504" cy="3405187"/>
          </a:xfrm>
        </p:spPr>
        <p:txBody>
          <a:bodyPr anchor="t"/>
          <a:lstStyle/>
          <a:p>
            <a:pPr marL="285750" indent="-285750">
              <a:buFont typeface="Calibri" panose="020B0604020202020204" pitchFamily="34" charset="0"/>
              <a:buChar char="-"/>
            </a:pPr>
            <a:r>
              <a:rPr lang="en-US" dirty="0">
                <a:latin typeface="Biome"/>
                <a:ea typeface="+mn-lt"/>
                <a:cs typeface="Biome"/>
              </a:rPr>
              <a:t>Business case, Architecture, Feature Store, Model &amp; Model Registry – Aaron</a:t>
            </a:r>
          </a:p>
          <a:p>
            <a:pPr marL="285750" indent="-285750">
              <a:buFont typeface="Calibri" panose="020B0604020202020204" pitchFamily="34" charset="0"/>
              <a:buChar char="-"/>
            </a:pPr>
            <a:r>
              <a:rPr lang="en-US" dirty="0">
                <a:latin typeface="Biome"/>
                <a:ea typeface="+mn-lt"/>
                <a:cs typeface="Biome"/>
              </a:rPr>
              <a:t>Infrastructure Monitoring, Model and Data Monitoring, Monitoring Dashboard – Luis</a:t>
            </a:r>
          </a:p>
          <a:p>
            <a:pPr marL="285750" indent="-285750">
              <a:buFont typeface="Calibri" panose="020B0604020202020204" pitchFamily="34" charset="0"/>
              <a:buChar char="-"/>
            </a:pPr>
            <a:r>
              <a:rPr lang="en-US" dirty="0">
                <a:latin typeface="Biome"/>
                <a:ea typeface="+mn-lt"/>
                <a:cs typeface="Biome"/>
              </a:rPr>
              <a:t>Model Deployment, Endpoint Invocation and Output, CI/CD - Andrew</a:t>
            </a:r>
            <a:endParaRPr lang="en-US" dirty="0">
              <a:latin typeface="Biome"/>
              <a:cs typeface="Biome"/>
            </a:endParaRPr>
          </a:p>
        </p:txBody>
      </p:sp>
      <p:pic>
        <p:nvPicPr>
          <p:cNvPr id="23" name="Audio 22">
            <a:hlinkClick r:id="" action="ppaction://media"/>
            <a:extLst>
              <a:ext uri="{FF2B5EF4-FFF2-40B4-BE49-F238E27FC236}">
                <a16:creationId xmlns:a16="http://schemas.microsoft.com/office/drawing/2014/main" id="{E31339D9-7EDF-0895-7BEC-0A6476F22F1F}"/>
              </a:ext>
            </a:extLst>
          </p:cNvPr>
          <p:cNvPicPr>
            <a:picLocks noChangeAspect="1"/>
          </p:cNvPicPr>
          <p:nvPr>
            <a:audioFile r:link="rId2"/>
            <p:extLst>
              <p:ext uri="{DAA4B4D4-6D71-4841-9C94-3DE7FCFB9230}">
                <p14:media xmlns:p14="http://schemas.microsoft.com/office/powerpoint/2010/main" r:embed="rId1"/>
              </p:ext>
            </p:extLst>
          </p:nvPr>
        </p:nvPicPr>
        <p:blipFill>
          <a:blip r:embed="rId5"/>
          <a:srcRect l="-118750" t="-118750" r="-118750" b="-118750"/>
          <a:stretch>
            <a:fillRect/>
          </a:stretch>
        </p:blipFill>
        <p:spPr>
          <a:xfrm>
            <a:off x="10052304" y="4718304"/>
            <a:ext cx="2057400" cy="2057400"/>
          </a:xfrm>
          <a:prstGeom prst="ellipse">
            <a:avLst/>
          </a:prstGeom>
        </p:spPr>
      </p:pic>
    </p:spTree>
    <p:extLst>
      <p:ext uri="{BB962C8B-B14F-4D97-AF65-F5344CB8AC3E}">
        <p14:creationId xmlns:p14="http://schemas.microsoft.com/office/powerpoint/2010/main" val="1460159330"/>
      </p:ext>
    </p:extLst>
  </p:cSld>
  <p:clrMapOvr>
    <a:masterClrMapping/>
  </p:clrMapOvr>
  <mc:AlternateContent xmlns:mc="http://schemas.openxmlformats.org/markup-compatibility/2006" xmlns:p14="http://schemas.microsoft.com/office/powerpoint/2010/main">
    <mc:Choice Requires="p14">
      <p:transition spd="slow" p14:dur="2000" advTm="18710"/>
    </mc:Choice>
    <mc:Fallback xmlns="">
      <p:transition spd="slow" advTm="1871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3"/>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23"/>
                </p:tgtEl>
              </p:cMediaNode>
            </p:audio>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24B202-27FE-3B01-978D-F96D98B03A34}"/>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D13B08A0-C9D4-4019-12BB-F4853D4987A3}"/>
              </a:ext>
            </a:extLst>
          </p:cNvPr>
          <p:cNvSpPr>
            <a:spLocks noGrp="1"/>
          </p:cNvSpPr>
          <p:nvPr>
            <p:ph type="title"/>
          </p:nvPr>
        </p:nvSpPr>
        <p:spPr>
          <a:xfrm>
            <a:off x="799891" y="511762"/>
            <a:ext cx="4960830" cy="2785158"/>
          </a:xfrm>
        </p:spPr>
        <p:txBody>
          <a:bodyPr/>
          <a:lstStyle/>
          <a:p>
            <a:r>
              <a:rPr lang="en-US" dirty="0">
                <a:cs typeface="Biome"/>
              </a:rPr>
              <a:t>Overview &amp; Initial Design</a:t>
            </a:r>
            <a:endParaRPr lang="en-US" dirty="0"/>
          </a:p>
        </p:txBody>
      </p:sp>
      <p:sp>
        <p:nvSpPr>
          <p:cNvPr id="5" name="Subtitle 4">
            <a:extLst>
              <a:ext uri="{FF2B5EF4-FFF2-40B4-BE49-F238E27FC236}">
                <a16:creationId xmlns:a16="http://schemas.microsoft.com/office/drawing/2014/main" id="{1D62E50D-CB23-AE9A-6BEE-32971210BBE8}"/>
              </a:ext>
            </a:extLst>
          </p:cNvPr>
          <p:cNvSpPr>
            <a:spLocks noGrp="1"/>
          </p:cNvSpPr>
          <p:nvPr>
            <p:ph type="subTitle" idx="1"/>
          </p:nvPr>
        </p:nvSpPr>
        <p:spPr>
          <a:xfrm>
            <a:off x="802640" y="3484615"/>
            <a:ext cx="4958081" cy="2387865"/>
          </a:xfrm>
        </p:spPr>
        <p:txBody>
          <a:bodyPr vert="horz" lIns="91440" tIns="45720" rIns="91440" bIns="45720" rtlCol="0" anchor="t">
            <a:noAutofit/>
          </a:bodyPr>
          <a:lstStyle/>
          <a:p>
            <a:r>
              <a:rPr lang="en-US" dirty="0"/>
              <a:t>Business Case Architecture and modeling </a:t>
            </a:r>
          </a:p>
        </p:txBody>
      </p:sp>
      <p:pic>
        <p:nvPicPr>
          <p:cNvPr id="8" name="Picture Placeholder 7" descr="A blue and purple spirals">
            <a:extLst>
              <a:ext uri="{FF2B5EF4-FFF2-40B4-BE49-F238E27FC236}">
                <a16:creationId xmlns:a16="http://schemas.microsoft.com/office/drawing/2014/main" id="{894BDCB5-F3DE-F3EE-988A-D33B9E7CAEFE}"/>
              </a:ext>
            </a:extLst>
          </p:cNvPr>
          <p:cNvPicPr>
            <a:picLocks noGrp="1" noChangeAspect="1"/>
          </p:cNvPicPr>
          <p:nvPr>
            <p:ph type="pic" sz="quarter" idx="13"/>
          </p:nvPr>
        </p:nvPicPr>
        <p:blipFill>
          <a:blip r:embed="rId5"/>
          <a:srcRect t="31" b="31"/>
          <a:stretch/>
        </p:blipFill>
        <p:spPr>
          <a:xfrm>
            <a:off x="6497638" y="336550"/>
            <a:ext cx="5322887" cy="6184900"/>
          </a:xfrm>
        </p:spPr>
      </p:pic>
      <p:sp>
        <p:nvSpPr>
          <p:cNvPr id="4" name="Slide Number Placeholder 3">
            <a:extLst>
              <a:ext uri="{FF2B5EF4-FFF2-40B4-BE49-F238E27FC236}">
                <a16:creationId xmlns:a16="http://schemas.microsoft.com/office/drawing/2014/main" id="{A153F661-BAF2-19EC-0C9A-A830AFA96AFC}"/>
              </a:ext>
            </a:extLst>
          </p:cNvPr>
          <p:cNvSpPr>
            <a:spLocks noGrp="1"/>
          </p:cNvSpPr>
          <p:nvPr>
            <p:ph type="sldNum" sz="quarter" idx="12"/>
          </p:nvPr>
        </p:nvSpPr>
        <p:spPr>
          <a:xfrm>
            <a:off x="9140971" y="6226198"/>
            <a:ext cx="2743200" cy="365125"/>
          </a:xfrm>
        </p:spPr>
        <p:txBody>
          <a:bodyPr/>
          <a:lstStyle/>
          <a:p>
            <a:fld id="{FE024F78-56A6-7740-B68D-8D4D026EDF3F}" type="slidenum">
              <a:rPr lang="en-US" smtClean="0"/>
              <a:pPr/>
              <a:t>3</a:t>
            </a:fld>
            <a:endParaRPr lang="en-US" dirty="0"/>
          </a:p>
        </p:txBody>
      </p:sp>
      <p:pic>
        <p:nvPicPr>
          <p:cNvPr id="25" name="Audio 24">
            <a:hlinkClick r:id="" action="ppaction://media"/>
            <a:extLst>
              <a:ext uri="{FF2B5EF4-FFF2-40B4-BE49-F238E27FC236}">
                <a16:creationId xmlns:a16="http://schemas.microsoft.com/office/drawing/2014/main" id="{23DBC9B6-E6F6-CC96-620A-925E0888D052}"/>
              </a:ext>
            </a:extLst>
          </p:cNvPr>
          <p:cNvPicPr>
            <a:picLocks noChangeAspect="1"/>
          </p:cNvPicPr>
          <p:nvPr>
            <a:audioFile r:link="rId2"/>
            <p:extLst>
              <p:ext uri="{DAA4B4D4-6D71-4841-9C94-3DE7FCFB9230}">
                <p14:media xmlns:p14="http://schemas.microsoft.com/office/powerpoint/2010/main" r:embed="rId1"/>
              </p:ext>
            </p:extLst>
          </p:nvPr>
        </p:nvPicPr>
        <p:blipFill>
          <a:blip r:embed="rId6"/>
          <a:srcRect l="-118750" t="-118750" r="-118750" b="-118750"/>
          <a:stretch>
            <a:fillRect/>
          </a:stretch>
        </p:blipFill>
        <p:spPr>
          <a:xfrm>
            <a:off x="10052304" y="4718304"/>
            <a:ext cx="2057400" cy="2057400"/>
          </a:xfrm>
          <a:prstGeom prst="ellipse">
            <a:avLst/>
          </a:prstGeom>
        </p:spPr>
      </p:pic>
    </p:spTree>
    <p:extLst>
      <p:ext uri="{BB962C8B-B14F-4D97-AF65-F5344CB8AC3E}">
        <p14:creationId xmlns:p14="http://schemas.microsoft.com/office/powerpoint/2010/main" val="3229082004"/>
      </p:ext>
    </p:extLst>
  </p:cSld>
  <p:clrMapOvr>
    <a:masterClrMapping/>
  </p:clrMapOvr>
  <mc:AlternateContent xmlns:mc="http://schemas.openxmlformats.org/markup-compatibility/2006" xmlns:p14="http://schemas.microsoft.com/office/powerpoint/2010/main">
    <mc:Choice Requires="p14">
      <p:transition spd="slow" p14:dur="2000" advTm="4344"/>
    </mc:Choice>
    <mc:Fallback xmlns="">
      <p:transition spd="slow" advTm="4344"/>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5"/>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25"/>
                </p:tgtEl>
              </p:cMediaNode>
            </p:audio>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C21856-1E74-D72A-F405-E5880F47C83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21D37DC-9E8A-95D4-6E8D-296396843919}"/>
              </a:ext>
            </a:extLst>
          </p:cNvPr>
          <p:cNvSpPr>
            <a:spLocks noGrp="1"/>
          </p:cNvSpPr>
          <p:nvPr>
            <p:ph type="title"/>
          </p:nvPr>
        </p:nvSpPr>
        <p:spPr>
          <a:xfrm>
            <a:off x="2422770" y="-403265"/>
            <a:ext cx="8843050" cy="1616904"/>
          </a:xfrm>
        </p:spPr>
        <p:txBody>
          <a:bodyPr/>
          <a:lstStyle/>
          <a:p>
            <a:pPr algn="ctr"/>
            <a:r>
              <a:rPr lang="en-US" dirty="0">
                <a:cs typeface="Biome"/>
              </a:rPr>
              <a:t>Business Case</a:t>
            </a:r>
          </a:p>
        </p:txBody>
      </p:sp>
      <p:sp>
        <p:nvSpPr>
          <p:cNvPr id="5" name="Slide Number Placeholder 4">
            <a:extLst>
              <a:ext uri="{FF2B5EF4-FFF2-40B4-BE49-F238E27FC236}">
                <a16:creationId xmlns:a16="http://schemas.microsoft.com/office/drawing/2014/main" id="{5A4AF653-C1DE-ACB0-9C0E-619862E98CD1}"/>
              </a:ext>
            </a:extLst>
          </p:cNvPr>
          <p:cNvSpPr>
            <a:spLocks noGrp="1"/>
          </p:cNvSpPr>
          <p:nvPr>
            <p:ph type="sldNum" sz="quarter" idx="12"/>
          </p:nvPr>
        </p:nvSpPr>
        <p:spPr>
          <a:xfrm>
            <a:off x="9140971" y="6226198"/>
            <a:ext cx="2743200" cy="365125"/>
          </a:xfrm>
        </p:spPr>
        <p:txBody>
          <a:bodyPr/>
          <a:lstStyle/>
          <a:p>
            <a:fld id="{FE024F78-56A6-7740-B68D-8D4D026EDF3F}" type="slidenum">
              <a:rPr lang="en-US" smtClean="0"/>
              <a:pPr/>
              <a:t>4</a:t>
            </a:fld>
            <a:endParaRPr lang="en-US" dirty="0"/>
          </a:p>
        </p:txBody>
      </p:sp>
      <p:sp>
        <p:nvSpPr>
          <p:cNvPr id="4" name="Content Placeholder 3">
            <a:extLst>
              <a:ext uri="{FF2B5EF4-FFF2-40B4-BE49-F238E27FC236}">
                <a16:creationId xmlns:a16="http://schemas.microsoft.com/office/drawing/2014/main" id="{4EBE25D9-A598-5A86-1947-68AB6A47E07B}"/>
              </a:ext>
            </a:extLst>
          </p:cNvPr>
          <p:cNvSpPr>
            <a:spLocks noGrp="1"/>
          </p:cNvSpPr>
          <p:nvPr>
            <p:ph sz="quarter" idx="36"/>
          </p:nvPr>
        </p:nvSpPr>
        <p:spPr>
          <a:xfrm>
            <a:off x="2422770" y="2474811"/>
            <a:ext cx="8799721" cy="3528397"/>
          </a:xfrm>
        </p:spPr>
        <p:txBody>
          <a:bodyPr/>
          <a:lstStyle/>
          <a:p>
            <a:r>
              <a:rPr lang="en-US" sz="2000" dirty="0"/>
              <a:t>Problem:</a:t>
            </a:r>
          </a:p>
          <a:p>
            <a:pPr marL="569214" lvl="1"/>
            <a:r>
              <a:rPr lang="en-US" sz="1600" dirty="0"/>
              <a:t>Unexpected vehicle breakdowns disrupt operations and increase costs, especially for fleet managers.</a:t>
            </a:r>
          </a:p>
          <a:p>
            <a:pPr marL="569214" lvl="1"/>
            <a:r>
              <a:rPr lang="en-US" sz="1600" dirty="0"/>
              <a:t>Traditional maintenance is reactive, leading to higher repair expenses and downtime.</a:t>
            </a:r>
          </a:p>
          <a:p>
            <a:r>
              <a:rPr lang="en-US" sz="2000" dirty="0"/>
              <a:t>Solution</a:t>
            </a:r>
          </a:p>
          <a:p>
            <a:pPr marL="569214" lvl="1"/>
            <a:r>
              <a:rPr lang="en-US" sz="1600" dirty="0"/>
              <a:t>Develop a machine learning model to predict maintenance needs</a:t>
            </a:r>
          </a:p>
          <a:p>
            <a:pPr marL="569214" lvl="1"/>
            <a:r>
              <a:rPr lang="en-US" sz="1600" dirty="0"/>
              <a:t>Leverage key vehicle data like maintenance history, mileage, engine type </a:t>
            </a:r>
            <a:r>
              <a:rPr lang="en-US" sz="1600" dirty="0" err="1"/>
              <a:t>etc</a:t>
            </a:r>
            <a:endParaRPr lang="en-US" sz="1600" dirty="0"/>
          </a:p>
          <a:p>
            <a:pPr marL="569214" lvl="1"/>
            <a:r>
              <a:rPr lang="en-US" sz="1600" dirty="0"/>
              <a:t>Model to drive reduce operational cost, proactive maintenance and data driven insights. </a:t>
            </a:r>
          </a:p>
          <a:p>
            <a:r>
              <a:rPr lang="en-US" sz="2000" dirty="0"/>
              <a:t>Key Metrics</a:t>
            </a:r>
          </a:p>
          <a:p>
            <a:pPr marL="626364" lvl="1" indent="-342900"/>
            <a:r>
              <a:rPr lang="en-US" sz="1600" dirty="0"/>
              <a:t>Accuracy, precision, recall, F1 </a:t>
            </a:r>
          </a:p>
          <a:p>
            <a:endParaRPr lang="en-US" sz="2000" dirty="0"/>
          </a:p>
        </p:txBody>
      </p:sp>
      <p:pic>
        <p:nvPicPr>
          <p:cNvPr id="30" name="Audio 29">
            <a:hlinkClick r:id="" action="ppaction://media"/>
            <a:extLst>
              <a:ext uri="{FF2B5EF4-FFF2-40B4-BE49-F238E27FC236}">
                <a16:creationId xmlns:a16="http://schemas.microsoft.com/office/drawing/2014/main" id="{A3325072-71EA-B189-A55C-22B41EF0081F}"/>
              </a:ext>
            </a:extLst>
          </p:cNvPr>
          <p:cNvPicPr>
            <a:picLocks noChangeAspect="1"/>
          </p:cNvPicPr>
          <p:nvPr>
            <a:audioFile r:link="rId2"/>
            <p:extLst>
              <p:ext uri="{DAA4B4D4-6D71-4841-9C94-3DE7FCFB9230}">
                <p14:media xmlns:p14="http://schemas.microsoft.com/office/powerpoint/2010/main" r:embed="rId1"/>
              </p:ext>
            </p:extLst>
          </p:nvPr>
        </p:nvPicPr>
        <p:blipFill>
          <a:blip r:embed="rId5"/>
          <a:srcRect l="-118750" t="-118750" r="-118750" b="-118750"/>
          <a:stretch>
            <a:fillRect/>
          </a:stretch>
        </p:blipFill>
        <p:spPr>
          <a:xfrm>
            <a:off x="10052304" y="4718304"/>
            <a:ext cx="2057400" cy="2057400"/>
          </a:xfrm>
          <a:prstGeom prst="ellipse">
            <a:avLst/>
          </a:prstGeom>
        </p:spPr>
      </p:pic>
    </p:spTree>
    <p:extLst>
      <p:ext uri="{BB962C8B-B14F-4D97-AF65-F5344CB8AC3E}">
        <p14:creationId xmlns:p14="http://schemas.microsoft.com/office/powerpoint/2010/main" val="1324089297"/>
      </p:ext>
    </p:extLst>
  </p:cSld>
  <p:clrMapOvr>
    <a:masterClrMapping/>
  </p:clrMapOvr>
  <mc:AlternateContent xmlns:mc="http://schemas.openxmlformats.org/markup-compatibility/2006" xmlns:p14="http://schemas.microsoft.com/office/powerpoint/2010/main">
    <mc:Choice Requires="p14">
      <p:transition spd="slow" p14:dur="2000" advTm="40662"/>
    </mc:Choice>
    <mc:Fallback xmlns="">
      <p:transition spd="slow" advTm="40662"/>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30"/>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30"/>
                </p:tgtEl>
              </p:cMediaNode>
            </p:audio>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E4812E-85B5-09E8-5B72-2F537246BBC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02C9E23-A7BC-CF7F-59B9-7F0F738E6404}"/>
              </a:ext>
            </a:extLst>
          </p:cNvPr>
          <p:cNvSpPr>
            <a:spLocks noGrp="1"/>
          </p:cNvSpPr>
          <p:nvPr>
            <p:ph type="subTitle" idx="1"/>
          </p:nvPr>
        </p:nvSpPr>
        <p:spPr>
          <a:xfrm>
            <a:off x="802640" y="3484615"/>
            <a:ext cx="4958081" cy="2387865"/>
          </a:xfrm>
        </p:spPr>
        <p:txBody>
          <a:bodyPr>
            <a:normAutofit/>
          </a:bodyPr>
          <a:lstStyle/>
          <a:p>
            <a:r>
              <a:rPr lang="en-US"/>
              <a:t>Architecture</a:t>
            </a:r>
          </a:p>
        </p:txBody>
      </p:sp>
      <p:sp>
        <p:nvSpPr>
          <p:cNvPr id="5" name="Slide Number Placeholder 4">
            <a:extLst>
              <a:ext uri="{FF2B5EF4-FFF2-40B4-BE49-F238E27FC236}">
                <a16:creationId xmlns:a16="http://schemas.microsoft.com/office/drawing/2014/main" id="{6EDC823B-EC28-47C2-FB20-FC68FE535BCD}"/>
              </a:ext>
            </a:extLst>
          </p:cNvPr>
          <p:cNvSpPr>
            <a:spLocks noGrp="1"/>
          </p:cNvSpPr>
          <p:nvPr>
            <p:ph type="sldNum" sz="quarter" idx="12"/>
          </p:nvPr>
        </p:nvSpPr>
        <p:spPr>
          <a:xfrm>
            <a:off x="9140971" y="6226198"/>
            <a:ext cx="2743200" cy="365125"/>
          </a:xfrm>
        </p:spPr>
        <p:txBody>
          <a:bodyPr anchor="ctr">
            <a:normAutofit/>
          </a:bodyPr>
          <a:lstStyle/>
          <a:p>
            <a:pPr>
              <a:spcAft>
                <a:spcPts val="600"/>
              </a:spcAft>
            </a:pPr>
            <a:fld id="{FE024F78-56A6-7740-B68D-8D4D026EDF3F}" type="slidenum">
              <a:rPr lang="en-US" smtClean="0"/>
              <a:pPr>
                <a:spcAft>
                  <a:spcPts val="600"/>
                </a:spcAft>
              </a:pPr>
              <a:t>5</a:t>
            </a:fld>
            <a:endParaRPr lang="en-US"/>
          </a:p>
        </p:txBody>
      </p:sp>
      <p:pic>
        <p:nvPicPr>
          <p:cNvPr id="26" name="Audio 25">
            <a:hlinkClick r:id="" action="ppaction://media"/>
            <a:extLst>
              <a:ext uri="{FF2B5EF4-FFF2-40B4-BE49-F238E27FC236}">
                <a16:creationId xmlns:a16="http://schemas.microsoft.com/office/drawing/2014/main" id="{0D2C04BA-AF5B-86F5-E190-49382E7A1849}"/>
              </a:ext>
            </a:extLst>
          </p:cNvPr>
          <p:cNvPicPr>
            <a:picLocks noChangeAspect="1"/>
          </p:cNvPicPr>
          <p:nvPr>
            <a:audioFile r:link="rId2"/>
            <p:extLst>
              <p:ext uri="{DAA4B4D4-6D71-4841-9C94-3DE7FCFB9230}">
                <p14:media xmlns:p14="http://schemas.microsoft.com/office/powerpoint/2010/main" r:embed="rId1"/>
              </p:ext>
            </p:extLst>
          </p:nvPr>
        </p:nvPicPr>
        <p:blipFill>
          <a:blip r:embed="rId5"/>
          <a:srcRect l="-118750" t="-118750" r="-118750" b="-118750"/>
          <a:stretch>
            <a:fillRect/>
          </a:stretch>
        </p:blipFill>
        <p:spPr>
          <a:xfrm>
            <a:off x="10052304" y="4718304"/>
            <a:ext cx="2057400" cy="2057400"/>
          </a:xfrm>
          <a:prstGeom prst="ellipse">
            <a:avLst/>
          </a:prstGeom>
        </p:spPr>
      </p:pic>
      <p:pic>
        <p:nvPicPr>
          <p:cNvPr id="29" name="Picture 28" descr="A screenshot of a computer&#10;&#10;AI-generated content may be incorrect.">
            <a:extLst>
              <a:ext uri="{FF2B5EF4-FFF2-40B4-BE49-F238E27FC236}">
                <a16:creationId xmlns:a16="http://schemas.microsoft.com/office/drawing/2014/main" id="{6BAE56CC-B1E0-65B9-231D-86AF9CA0522B}"/>
              </a:ext>
            </a:extLst>
          </p:cNvPr>
          <p:cNvPicPr>
            <a:picLocks noChangeAspect="1"/>
          </p:cNvPicPr>
          <p:nvPr/>
        </p:nvPicPr>
        <p:blipFill>
          <a:blip r:embed="rId6"/>
          <a:stretch>
            <a:fillRect/>
          </a:stretch>
        </p:blipFill>
        <p:spPr>
          <a:xfrm>
            <a:off x="6672054" y="266677"/>
            <a:ext cx="5003853" cy="6036906"/>
          </a:xfrm>
          <a:prstGeom prst="rect">
            <a:avLst/>
          </a:prstGeom>
        </p:spPr>
      </p:pic>
    </p:spTree>
    <p:extLst>
      <p:ext uri="{BB962C8B-B14F-4D97-AF65-F5344CB8AC3E}">
        <p14:creationId xmlns:p14="http://schemas.microsoft.com/office/powerpoint/2010/main" val="1946151464"/>
      </p:ext>
    </p:extLst>
  </p:cSld>
  <p:clrMapOvr>
    <a:masterClrMapping/>
  </p:clrMapOvr>
  <mc:AlternateContent xmlns:mc="http://schemas.openxmlformats.org/markup-compatibility/2006" xmlns:p14="http://schemas.microsoft.com/office/powerpoint/2010/main">
    <mc:Choice Requires="p14">
      <p:transition spd="slow" p14:dur="2000" advTm="91653"/>
    </mc:Choice>
    <mc:Fallback xmlns="">
      <p:transition spd="slow" advTm="91653"/>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6"/>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26"/>
                </p:tgtEl>
              </p:cMediaNode>
            </p:audio>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A6CFFB-6F6A-E384-4054-5A833BE2FDB5}"/>
              </a:ext>
            </a:extLst>
          </p:cNvPr>
          <p:cNvSpPr>
            <a:spLocks noGrp="1"/>
          </p:cNvSpPr>
          <p:nvPr>
            <p:ph type="title"/>
          </p:nvPr>
        </p:nvSpPr>
        <p:spPr/>
        <p:txBody>
          <a:bodyPr/>
          <a:lstStyle/>
          <a:p>
            <a:pPr algn="ctr"/>
            <a:r>
              <a:rPr lang="en-US" dirty="0"/>
              <a:t>EDA &amp; Feature Engineering</a:t>
            </a:r>
          </a:p>
        </p:txBody>
      </p:sp>
      <p:sp>
        <p:nvSpPr>
          <p:cNvPr id="3" name="Content Placeholder 2">
            <a:extLst>
              <a:ext uri="{FF2B5EF4-FFF2-40B4-BE49-F238E27FC236}">
                <a16:creationId xmlns:a16="http://schemas.microsoft.com/office/drawing/2014/main" id="{B41A6BAD-303D-9B08-7184-13065476F594}"/>
              </a:ext>
            </a:extLst>
          </p:cNvPr>
          <p:cNvSpPr>
            <a:spLocks noGrp="1"/>
          </p:cNvSpPr>
          <p:nvPr>
            <p:ph sz="quarter" idx="35"/>
          </p:nvPr>
        </p:nvSpPr>
        <p:spPr>
          <a:xfrm>
            <a:off x="2373002" y="2474811"/>
            <a:ext cx="8843050" cy="3528397"/>
          </a:xfrm>
        </p:spPr>
        <p:txBody>
          <a:bodyPr/>
          <a:lstStyle/>
          <a:p>
            <a:pPr marL="285750" indent="-285750">
              <a:buFont typeface="Arial" panose="020B0604020202020204" pitchFamily="34" charset="0"/>
              <a:buChar char="•"/>
            </a:pPr>
            <a:r>
              <a:rPr lang="en-US" dirty="0"/>
              <a:t>Grouped related features: Combined service, accident, and reported issues, and aggregated tire, brake, and battery status as health indicators.</a:t>
            </a:r>
          </a:p>
          <a:p>
            <a:pPr marL="285750" indent="-285750">
              <a:buFont typeface="Arial" panose="020B0604020202020204" pitchFamily="34" charset="0"/>
              <a:buChar char="•"/>
            </a:pPr>
            <a:r>
              <a:rPr lang="en-US" dirty="0"/>
              <a:t>Engineered new features: Created miles per year, total historical service, last service date, and last service week for richer insights.</a:t>
            </a:r>
          </a:p>
          <a:p>
            <a:pPr marL="285750" indent="-285750">
              <a:buFont typeface="Arial" panose="020B0604020202020204" pitchFamily="34" charset="0"/>
              <a:buChar char="•"/>
            </a:pPr>
            <a:r>
              <a:rPr lang="en-US" dirty="0"/>
              <a:t>Categorical encoding &amp; normalization: Encoded categorical variables (model, fuel, transmission, owner type) and scaled numerical data for consistency.</a:t>
            </a:r>
          </a:p>
        </p:txBody>
      </p:sp>
      <p:sp>
        <p:nvSpPr>
          <p:cNvPr id="5" name="Slide Number Placeholder 4">
            <a:extLst>
              <a:ext uri="{FF2B5EF4-FFF2-40B4-BE49-F238E27FC236}">
                <a16:creationId xmlns:a16="http://schemas.microsoft.com/office/drawing/2014/main" id="{5FA857B0-68E5-8D7E-D9EC-FE60CAECA971}"/>
              </a:ext>
            </a:extLst>
          </p:cNvPr>
          <p:cNvSpPr>
            <a:spLocks noGrp="1"/>
          </p:cNvSpPr>
          <p:nvPr>
            <p:ph type="sldNum" sz="quarter" idx="12"/>
          </p:nvPr>
        </p:nvSpPr>
        <p:spPr/>
        <p:txBody>
          <a:bodyPr/>
          <a:lstStyle/>
          <a:p>
            <a:fld id="{FE024F78-56A6-7740-B68D-8D4D026EDF3F}" type="slidenum">
              <a:rPr lang="en-US" smtClean="0"/>
              <a:pPr/>
              <a:t>6</a:t>
            </a:fld>
            <a:endParaRPr lang="en-US" dirty="0"/>
          </a:p>
        </p:txBody>
      </p:sp>
      <p:pic>
        <p:nvPicPr>
          <p:cNvPr id="8" name="Picture 7">
            <a:extLst>
              <a:ext uri="{FF2B5EF4-FFF2-40B4-BE49-F238E27FC236}">
                <a16:creationId xmlns:a16="http://schemas.microsoft.com/office/drawing/2014/main" id="{8775CFA6-4EE1-02FB-D6CA-BBB1CEC17773}"/>
              </a:ext>
            </a:extLst>
          </p:cNvPr>
          <p:cNvPicPr>
            <a:picLocks noChangeAspect="1"/>
          </p:cNvPicPr>
          <p:nvPr/>
        </p:nvPicPr>
        <p:blipFill>
          <a:blip r:embed="rId4"/>
          <a:stretch>
            <a:fillRect/>
          </a:stretch>
        </p:blipFill>
        <p:spPr>
          <a:xfrm>
            <a:off x="2075570" y="4847036"/>
            <a:ext cx="9437914" cy="1379162"/>
          </a:xfrm>
          <a:prstGeom prst="rect">
            <a:avLst/>
          </a:prstGeom>
        </p:spPr>
      </p:pic>
      <p:pic>
        <p:nvPicPr>
          <p:cNvPr id="22" name="Audio 21">
            <a:hlinkClick r:id="" action="ppaction://media"/>
            <a:extLst>
              <a:ext uri="{FF2B5EF4-FFF2-40B4-BE49-F238E27FC236}">
                <a16:creationId xmlns:a16="http://schemas.microsoft.com/office/drawing/2014/main" id="{5EE6D3F4-2DAA-EF85-B6FA-C22C1143DB96}"/>
              </a:ext>
            </a:extLst>
          </p:cNvPr>
          <p:cNvPicPr>
            <a:picLocks noChangeAspect="1"/>
          </p:cNvPicPr>
          <p:nvPr>
            <a:audioFile r:link="rId2"/>
            <p:extLst>
              <p:ext uri="{DAA4B4D4-6D71-4841-9C94-3DE7FCFB9230}">
                <p14:media xmlns:p14="http://schemas.microsoft.com/office/powerpoint/2010/main" r:embed="rId1"/>
              </p:ext>
            </p:extLst>
          </p:nvPr>
        </p:nvPicPr>
        <p:blipFill>
          <a:blip r:embed="rId5"/>
          <a:srcRect l="-118750" t="-118750" r="-118750" b="-118750"/>
          <a:stretch>
            <a:fillRect/>
          </a:stretch>
        </p:blipFill>
        <p:spPr>
          <a:xfrm>
            <a:off x="10052304" y="4718304"/>
            <a:ext cx="2057400" cy="2057400"/>
          </a:xfrm>
          <a:prstGeom prst="ellipse">
            <a:avLst/>
          </a:prstGeom>
        </p:spPr>
      </p:pic>
    </p:spTree>
    <p:extLst>
      <p:ext uri="{BB962C8B-B14F-4D97-AF65-F5344CB8AC3E}">
        <p14:creationId xmlns:p14="http://schemas.microsoft.com/office/powerpoint/2010/main" val="2224040999"/>
      </p:ext>
    </p:extLst>
  </p:cSld>
  <p:clrMapOvr>
    <a:masterClrMapping/>
  </p:clrMapOvr>
  <mc:AlternateContent xmlns:mc="http://schemas.openxmlformats.org/markup-compatibility/2006" xmlns:p14="http://schemas.microsoft.com/office/powerpoint/2010/main">
    <mc:Choice Requires="p14">
      <p:transition spd="slow" p14:dur="2000" advTm="51943"/>
    </mc:Choice>
    <mc:Fallback xmlns="">
      <p:transition spd="slow" advTm="51943"/>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2"/>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22"/>
                </p:tgtEl>
              </p:cMediaNode>
            </p:audio>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0CEA34-8427-0073-7BDC-CBF73D477AF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9D5680F-6A08-1B01-0BA2-C31EA46D28AC}"/>
              </a:ext>
            </a:extLst>
          </p:cNvPr>
          <p:cNvSpPr>
            <a:spLocks noGrp="1"/>
          </p:cNvSpPr>
          <p:nvPr>
            <p:ph type="title"/>
          </p:nvPr>
        </p:nvSpPr>
        <p:spPr>
          <a:xfrm>
            <a:off x="2399620" y="162560"/>
            <a:ext cx="8843050" cy="1616904"/>
          </a:xfrm>
        </p:spPr>
        <p:txBody>
          <a:bodyPr anchor="b">
            <a:normAutofit/>
          </a:bodyPr>
          <a:lstStyle/>
          <a:p>
            <a:r>
              <a:rPr lang="en-US" dirty="0"/>
              <a:t>Feature Store</a:t>
            </a:r>
            <a:endParaRPr lang="en-US"/>
          </a:p>
        </p:txBody>
      </p:sp>
      <p:pic>
        <p:nvPicPr>
          <p:cNvPr id="7" name="Picture 6">
            <a:extLst>
              <a:ext uri="{FF2B5EF4-FFF2-40B4-BE49-F238E27FC236}">
                <a16:creationId xmlns:a16="http://schemas.microsoft.com/office/drawing/2014/main" id="{08F7603C-256E-5290-83A1-CE094E339EAE}"/>
              </a:ext>
            </a:extLst>
          </p:cNvPr>
          <p:cNvPicPr>
            <a:picLocks noChangeAspect="1"/>
          </p:cNvPicPr>
          <p:nvPr/>
        </p:nvPicPr>
        <p:blipFill>
          <a:blip r:embed="rId4"/>
          <a:srcRect r="15791" b="-2"/>
          <a:stretch>
            <a:fillRect/>
          </a:stretch>
        </p:blipFill>
        <p:spPr>
          <a:xfrm>
            <a:off x="7227572" y="2474811"/>
            <a:ext cx="4015098" cy="3528397"/>
          </a:xfrm>
          <a:prstGeom prst="rect">
            <a:avLst/>
          </a:prstGeom>
          <a:noFill/>
        </p:spPr>
      </p:pic>
      <p:pic>
        <p:nvPicPr>
          <p:cNvPr id="4" name="Picture 3">
            <a:extLst>
              <a:ext uri="{FF2B5EF4-FFF2-40B4-BE49-F238E27FC236}">
                <a16:creationId xmlns:a16="http://schemas.microsoft.com/office/drawing/2014/main" id="{99851CE0-AC07-11A6-92A0-1FB33A0DB88C}"/>
              </a:ext>
            </a:extLst>
          </p:cNvPr>
          <p:cNvPicPr>
            <a:picLocks noChangeAspect="1"/>
          </p:cNvPicPr>
          <p:nvPr/>
        </p:nvPicPr>
        <p:blipFill>
          <a:blip r:embed="rId5"/>
          <a:srcRect l="2372" r="2082" b="2"/>
          <a:stretch>
            <a:fillRect/>
          </a:stretch>
        </p:blipFill>
        <p:spPr>
          <a:xfrm>
            <a:off x="2207322" y="2474810"/>
            <a:ext cx="4227332" cy="3528397"/>
          </a:xfrm>
          <a:prstGeom prst="rect">
            <a:avLst/>
          </a:prstGeom>
          <a:noFill/>
        </p:spPr>
      </p:pic>
      <p:sp>
        <p:nvSpPr>
          <p:cNvPr id="5" name="Slide Number Placeholder 4">
            <a:extLst>
              <a:ext uri="{FF2B5EF4-FFF2-40B4-BE49-F238E27FC236}">
                <a16:creationId xmlns:a16="http://schemas.microsoft.com/office/drawing/2014/main" id="{CDBF7E04-61A7-2BD3-7357-15B7CD85C837}"/>
              </a:ext>
            </a:extLst>
          </p:cNvPr>
          <p:cNvSpPr>
            <a:spLocks noGrp="1"/>
          </p:cNvSpPr>
          <p:nvPr>
            <p:ph type="sldNum" sz="quarter" idx="12"/>
          </p:nvPr>
        </p:nvSpPr>
        <p:spPr>
          <a:xfrm>
            <a:off x="9140971" y="6226198"/>
            <a:ext cx="2743200" cy="365125"/>
          </a:xfrm>
        </p:spPr>
        <p:txBody>
          <a:bodyPr anchor="ctr">
            <a:normAutofit/>
          </a:bodyPr>
          <a:lstStyle/>
          <a:p>
            <a:pPr>
              <a:spcAft>
                <a:spcPts val="600"/>
              </a:spcAft>
            </a:pPr>
            <a:fld id="{FE024F78-56A6-7740-B68D-8D4D026EDF3F}" type="slidenum">
              <a:rPr lang="en-US" smtClean="0"/>
              <a:pPr>
                <a:spcAft>
                  <a:spcPts val="600"/>
                </a:spcAft>
              </a:pPr>
              <a:t>7</a:t>
            </a:fld>
            <a:endParaRPr lang="en-US"/>
          </a:p>
        </p:txBody>
      </p:sp>
      <p:pic>
        <p:nvPicPr>
          <p:cNvPr id="20" name="Audio 19">
            <a:hlinkClick r:id="" action="ppaction://media"/>
            <a:extLst>
              <a:ext uri="{FF2B5EF4-FFF2-40B4-BE49-F238E27FC236}">
                <a16:creationId xmlns:a16="http://schemas.microsoft.com/office/drawing/2014/main" id="{561EA5E2-C94E-C5C5-9A42-CF2061E03078}"/>
              </a:ext>
            </a:extLst>
          </p:cNvPr>
          <p:cNvPicPr>
            <a:picLocks noChangeAspect="1"/>
          </p:cNvPicPr>
          <p:nvPr>
            <a:audioFile r:link="rId2"/>
            <p:extLst>
              <p:ext uri="{DAA4B4D4-6D71-4841-9C94-3DE7FCFB9230}">
                <p14:media xmlns:p14="http://schemas.microsoft.com/office/powerpoint/2010/main" r:embed="rId1"/>
              </p:ext>
            </p:extLst>
          </p:nvPr>
        </p:nvPicPr>
        <p:blipFill>
          <a:blip r:embed="rId6"/>
          <a:srcRect l="-118750" t="-118750" r="-118750" b="-118750"/>
          <a:stretch>
            <a:fillRect/>
          </a:stretch>
        </p:blipFill>
        <p:spPr>
          <a:xfrm>
            <a:off x="10052304" y="4718304"/>
            <a:ext cx="2057400" cy="2057400"/>
          </a:xfrm>
          <a:prstGeom prst="ellipse">
            <a:avLst/>
          </a:prstGeom>
        </p:spPr>
      </p:pic>
    </p:spTree>
    <p:extLst>
      <p:ext uri="{BB962C8B-B14F-4D97-AF65-F5344CB8AC3E}">
        <p14:creationId xmlns:p14="http://schemas.microsoft.com/office/powerpoint/2010/main" val="640909127"/>
      </p:ext>
    </p:extLst>
  </p:cSld>
  <p:clrMapOvr>
    <a:masterClrMapping/>
  </p:clrMapOvr>
  <mc:AlternateContent xmlns:mc="http://schemas.openxmlformats.org/markup-compatibility/2006" xmlns:p14="http://schemas.microsoft.com/office/powerpoint/2010/main">
    <mc:Choice Requires="p14">
      <p:transition spd="slow" p14:dur="2000" advTm="24518"/>
    </mc:Choice>
    <mc:Fallback xmlns="">
      <p:transition spd="slow" advTm="24518"/>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20"/>
                </p:tgtEl>
              </p:cMediaNode>
            </p:audio>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322B72-7E05-D1BF-E63D-7FDB8F323D6C}"/>
              </a:ext>
            </a:extLst>
          </p:cNvPr>
          <p:cNvSpPr>
            <a:spLocks noGrp="1"/>
          </p:cNvSpPr>
          <p:nvPr>
            <p:ph type="title"/>
          </p:nvPr>
        </p:nvSpPr>
        <p:spPr/>
        <p:txBody>
          <a:bodyPr/>
          <a:lstStyle/>
          <a:p>
            <a:pPr algn="ctr"/>
            <a:r>
              <a:rPr lang="en-US" dirty="0"/>
              <a:t>Feature Store</a:t>
            </a:r>
          </a:p>
        </p:txBody>
      </p:sp>
      <p:sp>
        <p:nvSpPr>
          <p:cNvPr id="5" name="Slide Number Placeholder 4">
            <a:extLst>
              <a:ext uri="{FF2B5EF4-FFF2-40B4-BE49-F238E27FC236}">
                <a16:creationId xmlns:a16="http://schemas.microsoft.com/office/drawing/2014/main" id="{4F15B86F-5136-019B-2049-52CF870A2EE3}"/>
              </a:ext>
            </a:extLst>
          </p:cNvPr>
          <p:cNvSpPr>
            <a:spLocks noGrp="1"/>
          </p:cNvSpPr>
          <p:nvPr>
            <p:ph type="sldNum" sz="quarter" idx="12"/>
          </p:nvPr>
        </p:nvSpPr>
        <p:spPr/>
        <p:txBody>
          <a:bodyPr/>
          <a:lstStyle/>
          <a:p>
            <a:fld id="{FE024F78-56A6-7740-B68D-8D4D026EDF3F}" type="slidenum">
              <a:rPr lang="en-US" smtClean="0"/>
              <a:pPr/>
              <a:t>8</a:t>
            </a:fld>
            <a:endParaRPr lang="en-US" dirty="0"/>
          </a:p>
        </p:txBody>
      </p:sp>
      <p:pic>
        <p:nvPicPr>
          <p:cNvPr id="9" name="Picture 8">
            <a:extLst>
              <a:ext uri="{FF2B5EF4-FFF2-40B4-BE49-F238E27FC236}">
                <a16:creationId xmlns:a16="http://schemas.microsoft.com/office/drawing/2014/main" id="{2CC3195F-1AAE-8811-3C3F-69C8907800B0}"/>
              </a:ext>
            </a:extLst>
          </p:cNvPr>
          <p:cNvPicPr>
            <a:picLocks noChangeAspect="1"/>
          </p:cNvPicPr>
          <p:nvPr/>
        </p:nvPicPr>
        <p:blipFill>
          <a:blip r:embed="rId4"/>
          <a:stretch>
            <a:fillRect/>
          </a:stretch>
        </p:blipFill>
        <p:spPr>
          <a:xfrm>
            <a:off x="2399620" y="2138488"/>
            <a:ext cx="8287590" cy="4452835"/>
          </a:xfrm>
          <a:prstGeom prst="rect">
            <a:avLst/>
          </a:prstGeom>
        </p:spPr>
      </p:pic>
      <p:pic>
        <p:nvPicPr>
          <p:cNvPr id="19" name="Audio 18">
            <a:hlinkClick r:id="" action="ppaction://media"/>
            <a:extLst>
              <a:ext uri="{FF2B5EF4-FFF2-40B4-BE49-F238E27FC236}">
                <a16:creationId xmlns:a16="http://schemas.microsoft.com/office/drawing/2014/main" id="{F123671B-59C4-DC4C-225B-518B4BD233C9}"/>
              </a:ext>
            </a:extLst>
          </p:cNvPr>
          <p:cNvPicPr>
            <a:picLocks noChangeAspect="1"/>
          </p:cNvPicPr>
          <p:nvPr>
            <a:audioFile r:link="rId2"/>
            <p:extLst>
              <p:ext uri="{DAA4B4D4-6D71-4841-9C94-3DE7FCFB9230}">
                <p14:media xmlns:p14="http://schemas.microsoft.com/office/powerpoint/2010/main" r:embed="rId1"/>
              </p:ext>
            </p:extLst>
          </p:nvPr>
        </p:nvPicPr>
        <p:blipFill>
          <a:blip r:embed="rId5"/>
          <a:srcRect l="-118750" t="-118750" r="-118750" b="-118750"/>
          <a:stretch>
            <a:fillRect/>
          </a:stretch>
        </p:blipFill>
        <p:spPr>
          <a:xfrm>
            <a:off x="10052304" y="4718304"/>
            <a:ext cx="2057400" cy="2057400"/>
          </a:xfrm>
          <a:prstGeom prst="ellipse">
            <a:avLst/>
          </a:prstGeom>
        </p:spPr>
      </p:pic>
    </p:spTree>
    <p:extLst>
      <p:ext uri="{BB962C8B-B14F-4D97-AF65-F5344CB8AC3E}">
        <p14:creationId xmlns:p14="http://schemas.microsoft.com/office/powerpoint/2010/main" val="3984877906"/>
      </p:ext>
    </p:extLst>
  </p:cSld>
  <p:clrMapOvr>
    <a:masterClrMapping/>
  </p:clrMapOvr>
  <mc:AlternateContent xmlns:mc="http://schemas.openxmlformats.org/markup-compatibility/2006" xmlns:p14="http://schemas.microsoft.com/office/powerpoint/2010/main">
    <mc:Choice Requires="p14">
      <p:transition spd="slow" p14:dur="2000" advTm="19609"/>
    </mc:Choice>
    <mc:Fallback xmlns="">
      <p:transition spd="slow" advTm="19609"/>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19"/>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19"/>
                </p:tgtEl>
              </p:cMediaNode>
            </p:audio>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6CC9BF-1ED9-184D-DDBC-59B4F3A2B61A}"/>
              </a:ext>
            </a:extLst>
          </p:cNvPr>
          <p:cNvSpPr>
            <a:spLocks noGrp="1"/>
          </p:cNvSpPr>
          <p:nvPr>
            <p:ph type="title"/>
          </p:nvPr>
        </p:nvSpPr>
        <p:spPr>
          <a:xfrm>
            <a:off x="2399620" y="162560"/>
            <a:ext cx="8843050" cy="1616904"/>
          </a:xfrm>
        </p:spPr>
        <p:txBody>
          <a:bodyPr anchor="b">
            <a:normAutofit/>
          </a:bodyPr>
          <a:lstStyle/>
          <a:p>
            <a:r>
              <a:rPr lang="en-US" dirty="0"/>
              <a:t>Model &amp; Model Registry</a:t>
            </a:r>
            <a:endParaRPr lang="en-US"/>
          </a:p>
        </p:txBody>
      </p:sp>
      <p:pic>
        <p:nvPicPr>
          <p:cNvPr id="7" name="Picture 6">
            <a:extLst>
              <a:ext uri="{FF2B5EF4-FFF2-40B4-BE49-F238E27FC236}">
                <a16:creationId xmlns:a16="http://schemas.microsoft.com/office/drawing/2014/main" id="{14E5B66F-B607-4413-83A7-9B77F75D61B6}"/>
              </a:ext>
            </a:extLst>
          </p:cNvPr>
          <p:cNvPicPr>
            <a:picLocks noChangeAspect="1"/>
          </p:cNvPicPr>
          <p:nvPr/>
        </p:nvPicPr>
        <p:blipFill>
          <a:blip r:embed="rId4"/>
          <a:stretch>
            <a:fillRect/>
          </a:stretch>
        </p:blipFill>
        <p:spPr>
          <a:xfrm>
            <a:off x="2373002" y="2177604"/>
            <a:ext cx="4015098" cy="3513210"/>
          </a:xfrm>
          <a:prstGeom prst="rect">
            <a:avLst/>
          </a:prstGeom>
          <a:noFill/>
        </p:spPr>
      </p:pic>
      <p:pic>
        <p:nvPicPr>
          <p:cNvPr id="11" name="Content Placeholder 10">
            <a:extLst>
              <a:ext uri="{FF2B5EF4-FFF2-40B4-BE49-F238E27FC236}">
                <a16:creationId xmlns:a16="http://schemas.microsoft.com/office/drawing/2014/main" id="{BB9A5E6C-E165-7711-A595-7C3304563CE0}"/>
              </a:ext>
            </a:extLst>
          </p:cNvPr>
          <p:cNvPicPr>
            <a:picLocks noGrp="1" noChangeAspect="1"/>
          </p:cNvPicPr>
          <p:nvPr>
            <p:ph sz="quarter" idx="36"/>
          </p:nvPr>
        </p:nvPicPr>
        <p:blipFill>
          <a:blip r:embed="rId5"/>
          <a:stretch>
            <a:fillRect/>
          </a:stretch>
        </p:blipFill>
        <p:spPr>
          <a:xfrm>
            <a:off x="7027305" y="2385864"/>
            <a:ext cx="4227332" cy="1468998"/>
          </a:xfrm>
          <a:noFill/>
        </p:spPr>
      </p:pic>
      <p:sp>
        <p:nvSpPr>
          <p:cNvPr id="5" name="Slide Number Placeholder 4">
            <a:extLst>
              <a:ext uri="{FF2B5EF4-FFF2-40B4-BE49-F238E27FC236}">
                <a16:creationId xmlns:a16="http://schemas.microsoft.com/office/drawing/2014/main" id="{A4A11AB1-0EAF-3FE5-00C3-73A7B6718717}"/>
              </a:ext>
            </a:extLst>
          </p:cNvPr>
          <p:cNvSpPr>
            <a:spLocks noGrp="1"/>
          </p:cNvSpPr>
          <p:nvPr>
            <p:ph type="sldNum" sz="quarter" idx="12"/>
          </p:nvPr>
        </p:nvSpPr>
        <p:spPr>
          <a:xfrm>
            <a:off x="9140971" y="6226198"/>
            <a:ext cx="2743200" cy="365125"/>
          </a:xfrm>
        </p:spPr>
        <p:txBody>
          <a:bodyPr anchor="ctr">
            <a:normAutofit/>
          </a:bodyPr>
          <a:lstStyle/>
          <a:p>
            <a:pPr>
              <a:spcAft>
                <a:spcPts val="600"/>
              </a:spcAft>
            </a:pPr>
            <a:fld id="{FE024F78-56A6-7740-B68D-8D4D026EDF3F}" type="slidenum">
              <a:rPr lang="en-US" smtClean="0"/>
              <a:pPr>
                <a:spcAft>
                  <a:spcPts val="600"/>
                </a:spcAft>
              </a:pPr>
              <a:t>9</a:t>
            </a:fld>
            <a:endParaRPr lang="en-US"/>
          </a:p>
        </p:txBody>
      </p:sp>
      <p:pic>
        <p:nvPicPr>
          <p:cNvPr id="13" name="Picture 12">
            <a:extLst>
              <a:ext uri="{FF2B5EF4-FFF2-40B4-BE49-F238E27FC236}">
                <a16:creationId xmlns:a16="http://schemas.microsoft.com/office/drawing/2014/main" id="{8C1EEBC4-2F40-DAD8-3F48-B6EB32FE4088}"/>
              </a:ext>
            </a:extLst>
          </p:cNvPr>
          <p:cNvPicPr>
            <a:picLocks noChangeAspect="1"/>
          </p:cNvPicPr>
          <p:nvPr/>
        </p:nvPicPr>
        <p:blipFill>
          <a:blip r:embed="rId6"/>
          <a:stretch>
            <a:fillRect/>
          </a:stretch>
        </p:blipFill>
        <p:spPr>
          <a:xfrm>
            <a:off x="7031188" y="4076633"/>
            <a:ext cx="4223449" cy="1329937"/>
          </a:xfrm>
          <a:prstGeom prst="rect">
            <a:avLst/>
          </a:prstGeom>
        </p:spPr>
      </p:pic>
      <p:pic>
        <p:nvPicPr>
          <p:cNvPr id="23" name="Audio 22">
            <a:hlinkClick r:id="" action="ppaction://media"/>
            <a:extLst>
              <a:ext uri="{FF2B5EF4-FFF2-40B4-BE49-F238E27FC236}">
                <a16:creationId xmlns:a16="http://schemas.microsoft.com/office/drawing/2014/main" id="{42E85E6D-603D-7D89-26CE-868E019200B3}"/>
              </a:ext>
            </a:extLst>
          </p:cNvPr>
          <p:cNvPicPr>
            <a:picLocks noChangeAspect="1"/>
          </p:cNvPicPr>
          <p:nvPr>
            <a:audioFile r:link="rId2"/>
            <p:extLst>
              <p:ext uri="{DAA4B4D4-6D71-4841-9C94-3DE7FCFB9230}">
                <p14:media xmlns:p14="http://schemas.microsoft.com/office/powerpoint/2010/main" r:embed="rId1"/>
              </p:ext>
            </p:extLst>
          </p:nvPr>
        </p:nvPicPr>
        <p:blipFill>
          <a:blip r:embed="rId7"/>
          <a:srcRect l="-118750" t="-118750" r="-118750" b="-118750"/>
          <a:stretch>
            <a:fillRect/>
          </a:stretch>
        </p:blipFill>
        <p:spPr>
          <a:xfrm>
            <a:off x="10052304" y="4718304"/>
            <a:ext cx="2057400" cy="2057400"/>
          </a:xfrm>
          <a:prstGeom prst="ellipse">
            <a:avLst/>
          </a:prstGeom>
        </p:spPr>
      </p:pic>
    </p:spTree>
    <p:extLst>
      <p:ext uri="{BB962C8B-B14F-4D97-AF65-F5344CB8AC3E}">
        <p14:creationId xmlns:p14="http://schemas.microsoft.com/office/powerpoint/2010/main" val="363085789"/>
      </p:ext>
    </p:extLst>
  </p:cSld>
  <p:clrMapOvr>
    <a:masterClrMapping/>
  </p:clrMapOvr>
  <mc:AlternateContent xmlns:mc="http://schemas.openxmlformats.org/markup-compatibility/2006" xmlns:p14="http://schemas.microsoft.com/office/powerpoint/2010/main">
    <mc:Choice Requires="p14">
      <p:transition spd="slow" p14:dur="2000" advTm="42647"/>
    </mc:Choice>
    <mc:Fallback xmlns="">
      <p:transition spd="slow" advTm="42647"/>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3"/>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23"/>
                </p:tgtEl>
              </p:cMediaNode>
            </p:audio>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43C0BA-14D1-91CC-B659-E33506B3C76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3D7504C-0019-281E-71C6-2B08CF341F7F}"/>
              </a:ext>
            </a:extLst>
          </p:cNvPr>
          <p:cNvSpPr>
            <a:spLocks noGrp="1"/>
          </p:cNvSpPr>
          <p:nvPr>
            <p:ph type="title"/>
          </p:nvPr>
        </p:nvSpPr>
        <p:spPr>
          <a:xfrm>
            <a:off x="2399620" y="162560"/>
            <a:ext cx="8843050" cy="1616904"/>
          </a:xfrm>
        </p:spPr>
        <p:txBody>
          <a:bodyPr anchor="b">
            <a:normAutofit/>
          </a:bodyPr>
          <a:lstStyle/>
          <a:p>
            <a:r>
              <a:rPr lang="en-US" dirty="0"/>
              <a:t>Model &amp; Model Registry</a:t>
            </a:r>
          </a:p>
        </p:txBody>
      </p:sp>
      <p:sp>
        <p:nvSpPr>
          <p:cNvPr id="5" name="Slide Number Placeholder 4">
            <a:extLst>
              <a:ext uri="{FF2B5EF4-FFF2-40B4-BE49-F238E27FC236}">
                <a16:creationId xmlns:a16="http://schemas.microsoft.com/office/drawing/2014/main" id="{9938D170-0C09-3348-3F83-CE3BAA2F9699}"/>
              </a:ext>
            </a:extLst>
          </p:cNvPr>
          <p:cNvSpPr>
            <a:spLocks noGrp="1"/>
          </p:cNvSpPr>
          <p:nvPr>
            <p:ph type="sldNum" sz="quarter" idx="12"/>
          </p:nvPr>
        </p:nvSpPr>
        <p:spPr>
          <a:xfrm>
            <a:off x="9140971" y="6226198"/>
            <a:ext cx="2743200" cy="365125"/>
          </a:xfrm>
        </p:spPr>
        <p:txBody>
          <a:bodyPr anchor="ctr">
            <a:normAutofit/>
          </a:bodyPr>
          <a:lstStyle/>
          <a:p>
            <a:pPr>
              <a:spcAft>
                <a:spcPts val="600"/>
              </a:spcAft>
            </a:pPr>
            <a:fld id="{FE024F78-56A6-7740-B68D-8D4D026EDF3F}" type="slidenum">
              <a:rPr lang="en-US" smtClean="0"/>
              <a:pPr>
                <a:spcAft>
                  <a:spcPts val="600"/>
                </a:spcAft>
              </a:pPr>
              <a:t>10</a:t>
            </a:fld>
            <a:endParaRPr lang="en-US"/>
          </a:p>
        </p:txBody>
      </p:sp>
      <p:pic>
        <p:nvPicPr>
          <p:cNvPr id="8" name="Picture 7">
            <a:extLst>
              <a:ext uri="{FF2B5EF4-FFF2-40B4-BE49-F238E27FC236}">
                <a16:creationId xmlns:a16="http://schemas.microsoft.com/office/drawing/2014/main" id="{000B1A0B-9891-D33B-E72F-053DD4ABED37}"/>
              </a:ext>
            </a:extLst>
          </p:cNvPr>
          <p:cNvPicPr>
            <a:picLocks noChangeAspect="1"/>
          </p:cNvPicPr>
          <p:nvPr/>
        </p:nvPicPr>
        <p:blipFill>
          <a:blip r:embed="rId4"/>
          <a:stretch>
            <a:fillRect/>
          </a:stretch>
        </p:blipFill>
        <p:spPr>
          <a:xfrm>
            <a:off x="1676399" y="2663673"/>
            <a:ext cx="9847943" cy="2275472"/>
          </a:xfrm>
          <a:prstGeom prst="rect">
            <a:avLst/>
          </a:prstGeom>
        </p:spPr>
      </p:pic>
      <p:pic>
        <p:nvPicPr>
          <p:cNvPr id="21" name="Audio 20">
            <a:hlinkClick r:id="" action="ppaction://media"/>
            <a:extLst>
              <a:ext uri="{FF2B5EF4-FFF2-40B4-BE49-F238E27FC236}">
                <a16:creationId xmlns:a16="http://schemas.microsoft.com/office/drawing/2014/main" id="{022BFAFB-D885-D205-0384-7E98030DDBBF}"/>
              </a:ext>
            </a:extLst>
          </p:cNvPr>
          <p:cNvPicPr>
            <a:picLocks noChangeAspect="1"/>
          </p:cNvPicPr>
          <p:nvPr>
            <a:audioFile r:link="rId2"/>
            <p:extLst>
              <p:ext uri="{DAA4B4D4-6D71-4841-9C94-3DE7FCFB9230}">
                <p14:media xmlns:p14="http://schemas.microsoft.com/office/powerpoint/2010/main" r:embed="rId1"/>
              </p:ext>
            </p:extLst>
          </p:nvPr>
        </p:nvPicPr>
        <p:blipFill>
          <a:blip r:embed="rId5"/>
          <a:srcRect l="-118750" t="-118750" r="-118750" b="-118750"/>
          <a:stretch>
            <a:fillRect/>
          </a:stretch>
        </p:blipFill>
        <p:spPr>
          <a:xfrm>
            <a:off x="10052304" y="4718304"/>
            <a:ext cx="2057400" cy="2057400"/>
          </a:xfrm>
          <a:prstGeom prst="ellipse">
            <a:avLst/>
          </a:prstGeom>
        </p:spPr>
      </p:pic>
    </p:spTree>
    <p:extLst>
      <p:ext uri="{BB962C8B-B14F-4D97-AF65-F5344CB8AC3E}">
        <p14:creationId xmlns:p14="http://schemas.microsoft.com/office/powerpoint/2010/main" val="1946484287"/>
      </p:ext>
    </p:extLst>
  </p:cSld>
  <p:clrMapOvr>
    <a:masterClrMapping/>
  </p:clrMapOvr>
  <mc:AlternateContent xmlns:mc="http://schemas.openxmlformats.org/markup-compatibility/2006" xmlns:p14="http://schemas.microsoft.com/office/powerpoint/2010/main">
    <mc:Choice Requires="p14">
      <p:transition spd="slow" p14:dur="2000" advTm="27220"/>
    </mc:Choice>
    <mc:Fallback xmlns="">
      <p:transition spd="slow" advTm="2722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1"/>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21"/>
                </p:tgtEl>
              </p:cMediaNode>
            </p:audio>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gradFill>
          <a:gsLst>
            <a:gs pos="100000">
              <a:schemeClr val="tx2"/>
            </a:gs>
            <a:gs pos="79000">
              <a:schemeClr val="accent6"/>
            </a:gs>
            <a:gs pos="31000">
              <a:srgbClr val="02090E"/>
            </a:gs>
            <a:gs pos="14000">
              <a:schemeClr val="accent4">
                <a:lumMod val="75000"/>
              </a:schemeClr>
            </a:gs>
            <a:gs pos="0">
              <a:schemeClr val="accent4"/>
            </a:gs>
          </a:gsLst>
          <a:lin ang="5400000" scaled="0"/>
        </a:gra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FEFE388-CD0B-9671-4D4E-D6D8004C8851}"/>
              </a:ext>
            </a:extLst>
          </p:cNvPr>
          <p:cNvSpPr>
            <a:spLocks noGrp="1"/>
          </p:cNvSpPr>
          <p:nvPr>
            <p:ph type="title"/>
          </p:nvPr>
        </p:nvSpPr>
        <p:spPr>
          <a:xfrm>
            <a:off x="799891" y="511762"/>
            <a:ext cx="4960830" cy="2785158"/>
          </a:xfrm>
        </p:spPr>
        <p:txBody>
          <a:bodyPr/>
          <a:lstStyle/>
          <a:p>
            <a:r>
              <a:rPr lang="en-US" dirty="0">
                <a:cs typeface="Biome"/>
              </a:rPr>
              <a:t>System optics</a:t>
            </a:r>
            <a:endParaRPr lang="en-US" dirty="0"/>
          </a:p>
        </p:txBody>
      </p:sp>
      <p:sp>
        <p:nvSpPr>
          <p:cNvPr id="5" name="Subtitle 4">
            <a:extLst>
              <a:ext uri="{FF2B5EF4-FFF2-40B4-BE49-F238E27FC236}">
                <a16:creationId xmlns:a16="http://schemas.microsoft.com/office/drawing/2014/main" id="{BE4E0F37-0AD5-833C-CBE5-EAE02EC46069}"/>
              </a:ext>
            </a:extLst>
          </p:cNvPr>
          <p:cNvSpPr>
            <a:spLocks noGrp="1"/>
          </p:cNvSpPr>
          <p:nvPr>
            <p:ph type="subTitle" idx="1"/>
          </p:nvPr>
        </p:nvSpPr>
        <p:spPr>
          <a:xfrm>
            <a:off x="802640" y="3484615"/>
            <a:ext cx="4958081" cy="2387865"/>
          </a:xfrm>
        </p:spPr>
        <p:txBody>
          <a:bodyPr vert="horz" lIns="91440" tIns="45720" rIns="91440" bIns="45720" rtlCol="0" anchor="t">
            <a:noAutofit/>
          </a:bodyPr>
          <a:lstStyle/>
          <a:p>
            <a:r>
              <a:rPr lang="en-US" dirty="0">
                <a:cs typeface="Biome Light"/>
              </a:rPr>
              <a:t>Monitoring</a:t>
            </a:r>
            <a:endParaRPr lang="en-US" dirty="0"/>
          </a:p>
        </p:txBody>
      </p:sp>
      <p:pic>
        <p:nvPicPr>
          <p:cNvPr id="8" name="Picture Placeholder 7" descr="A blue and purple spirals">
            <a:extLst>
              <a:ext uri="{FF2B5EF4-FFF2-40B4-BE49-F238E27FC236}">
                <a16:creationId xmlns:a16="http://schemas.microsoft.com/office/drawing/2014/main" id="{E1DBD4C7-D952-4426-40FD-8799F80F821F}"/>
              </a:ext>
            </a:extLst>
          </p:cNvPr>
          <p:cNvPicPr>
            <a:picLocks noGrp="1" noChangeAspect="1"/>
          </p:cNvPicPr>
          <p:nvPr>
            <p:ph type="pic" sz="quarter" idx="13"/>
          </p:nvPr>
        </p:nvPicPr>
        <p:blipFill>
          <a:blip r:embed="rId5"/>
          <a:srcRect t="31" b="31"/>
          <a:stretch/>
        </p:blipFill>
        <p:spPr>
          <a:xfrm>
            <a:off x="6497638" y="336550"/>
            <a:ext cx="5322887" cy="6184900"/>
          </a:xfrm>
        </p:spPr>
      </p:pic>
      <p:sp>
        <p:nvSpPr>
          <p:cNvPr id="4" name="Slide Number Placeholder 3">
            <a:extLst>
              <a:ext uri="{FF2B5EF4-FFF2-40B4-BE49-F238E27FC236}">
                <a16:creationId xmlns:a16="http://schemas.microsoft.com/office/drawing/2014/main" id="{67D6EA54-3083-FB0D-9011-2353791B0495}"/>
              </a:ext>
            </a:extLst>
          </p:cNvPr>
          <p:cNvSpPr>
            <a:spLocks noGrp="1"/>
          </p:cNvSpPr>
          <p:nvPr>
            <p:ph type="sldNum" sz="quarter" idx="12"/>
          </p:nvPr>
        </p:nvSpPr>
        <p:spPr>
          <a:xfrm>
            <a:off x="9140971" y="6226198"/>
            <a:ext cx="2743200" cy="365125"/>
          </a:xfrm>
        </p:spPr>
        <p:txBody>
          <a:bodyPr/>
          <a:lstStyle/>
          <a:p>
            <a:fld id="{FE024F78-56A6-7740-B68D-8D4D026EDF3F}" type="slidenum">
              <a:rPr lang="en-US" smtClean="0"/>
              <a:pPr/>
              <a:t>11</a:t>
            </a:fld>
            <a:endParaRPr lang="en-US" dirty="0"/>
          </a:p>
        </p:txBody>
      </p:sp>
      <p:pic>
        <p:nvPicPr>
          <p:cNvPr id="9" name="Audio 8">
            <a:extLst>
              <a:ext uri="{FF2B5EF4-FFF2-40B4-BE49-F238E27FC236}">
                <a16:creationId xmlns:a16="http://schemas.microsoft.com/office/drawing/2014/main" id="{773BA4E6-B9C6-630C-44EE-B6C0C198AD8E}"/>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11226800" y="5892800"/>
            <a:ext cx="812800" cy="812800"/>
          </a:xfrm>
          <a:prstGeom prst="rect">
            <a:avLst/>
          </a:prstGeom>
        </p:spPr>
      </p:pic>
    </p:spTree>
    <p:extLst>
      <p:ext uri="{BB962C8B-B14F-4D97-AF65-F5344CB8AC3E}">
        <p14:creationId xmlns:p14="http://schemas.microsoft.com/office/powerpoint/2010/main" val="598144966"/>
      </p:ext>
    </p:extLst>
  </p:cSld>
  <p:clrMapOvr>
    <a:masterClrMapping/>
  </p:clrMapOvr>
  <mc:AlternateContent xmlns:mc="http://schemas.openxmlformats.org/markup-compatibility/2006" xmlns:p14="http://schemas.microsoft.com/office/powerpoint/2010/main">
    <mc:Choice Requires="p14">
      <p:transition spd="slow" p14:dur="2000" advTm="8277"/>
    </mc:Choice>
    <mc:Fallback xmlns="">
      <p:transition spd="slow" advTm="8277"/>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9"/>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9"/>
                </p:tgtEl>
              </p:cMediaNode>
            </p:audio>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F60903-003B-273E-3584-5312F76C3EF3}"/>
              </a:ext>
            </a:extLst>
          </p:cNvPr>
          <p:cNvSpPr>
            <a:spLocks noGrp="1"/>
          </p:cNvSpPr>
          <p:nvPr>
            <p:ph type="title"/>
          </p:nvPr>
        </p:nvSpPr>
        <p:spPr>
          <a:xfrm>
            <a:off x="3305669" y="113097"/>
            <a:ext cx="7420819" cy="1656304"/>
          </a:xfrm>
        </p:spPr>
        <p:txBody>
          <a:bodyPr/>
          <a:lstStyle/>
          <a:p>
            <a:r>
              <a:rPr lang="en-US" dirty="0">
                <a:cs typeface="Biome"/>
              </a:rPr>
              <a:t>Monitoring</a:t>
            </a:r>
            <a:endParaRPr lang="en-US" dirty="0"/>
          </a:p>
        </p:txBody>
      </p:sp>
      <p:sp>
        <p:nvSpPr>
          <p:cNvPr id="4" name="Content Placeholder 3">
            <a:extLst>
              <a:ext uri="{FF2B5EF4-FFF2-40B4-BE49-F238E27FC236}">
                <a16:creationId xmlns:a16="http://schemas.microsoft.com/office/drawing/2014/main" id="{74160DFF-2E7E-7A22-819A-C011020DFF01}"/>
              </a:ext>
            </a:extLst>
          </p:cNvPr>
          <p:cNvSpPr>
            <a:spLocks noGrp="1"/>
          </p:cNvSpPr>
          <p:nvPr>
            <p:ph sz="quarter" idx="31"/>
          </p:nvPr>
        </p:nvSpPr>
        <p:spPr>
          <a:xfrm>
            <a:off x="3305669" y="2470150"/>
            <a:ext cx="7420819" cy="3676649"/>
          </a:xfrm>
        </p:spPr>
        <p:txBody>
          <a:bodyPr vert="horz" lIns="91440" tIns="45720" rIns="91440" bIns="45720" rtlCol="0" anchor="t">
            <a:noAutofit/>
          </a:bodyPr>
          <a:lstStyle/>
          <a:p>
            <a:r>
              <a:rPr lang="en-US" sz="1600" dirty="0">
                <a:latin typeface="Biome"/>
                <a:ea typeface="+mn-lt"/>
                <a:cs typeface="Biome"/>
              </a:rPr>
              <a:t>Monitoring in AWS is a foundational practice for cloud architects, enabling continuous visibility into critical system and model metrics.</a:t>
            </a:r>
            <a:endParaRPr lang="en-US" sz="1600" dirty="0">
              <a:latin typeface="Biome"/>
              <a:cs typeface="Biome"/>
            </a:endParaRPr>
          </a:p>
          <a:p>
            <a:r>
              <a:rPr lang="en-US" sz="1600" dirty="0">
                <a:latin typeface="Biome"/>
                <a:ea typeface="+mn-lt"/>
                <a:cs typeface="Biome"/>
              </a:rPr>
              <a:t>In the era of cloud-driven transformation, it’s essential to maintain transparency not only on a model’s predictive performance but also on resource utilization and operational efficiency.</a:t>
            </a:r>
            <a:endParaRPr lang="en-US" sz="1600" dirty="0">
              <a:latin typeface="Biome"/>
              <a:cs typeface="Biome"/>
            </a:endParaRPr>
          </a:p>
          <a:p>
            <a:r>
              <a:rPr lang="en-US" sz="1600" dirty="0">
                <a:latin typeface="Biome"/>
                <a:ea typeface="+mn-lt"/>
                <a:cs typeface="Biome"/>
              </a:rPr>
              <a:t>Effective collaboration across teams ensures the identification and tracking of key metrics that drive cost optimization, inform business strategy, and deliver meaningful results for stakeholders and end users alike.</a:t>
            </a:r>
          </a:p>
          <a:p>
            <a:endParaRPr lang="en-US" sz="1600" dirty="0">
              <a:latin typeface="Biome"/>
              <a:cs typeface="Biome"/>
            </a:endParaRPr>
          </a:p>
          <a:p>
            <a:endParaRPr lang="en-US" sz="1600" dirty="0">
              <a:latin typeface="Biome"/>
            </a:endParaRPr>
          </a:p>
        </p:txBody>
      </p:sp>
      <p:sp>
        <p:nvSpPr>
          <p:cNvPr id="3" name="Slide Number Placeholder 2">
            <a:extLst>
              <a:ext uri="{FF2B5EF4-FFF2-40B4-BE49-F238E27FC236}">
                <a16:creationId xmlns:a16="http://schemas.microsoft.com/office/drawing/2014/main" id="{64347AE7-D6A2-42FB-3D58-6297742FC352}"/>
              </a:ext>
            </a:extLst>
          </p:cNvPr>
          <p:cNvSpPr>
            <a:spLocks noGrp="1"/>
          </p:cNvSpPr>
          <p:nvPr>
            <p:ph type="sldNum" sz="quarter" idx="12"/>
          </p:nvPr>
        </p:nvSpPr>
        <p:spPr>
          <a:xfrm>
            <a:off x="9140971" y="6226198"/>
            <a:ext cx="2743200" cy="365125"/>
          </a:xfrm>
        </p:spPr>
        <p:txBody>
          <a:bodyPr/>
          <a:lstStyle/>
          <a:p>
            <a:fld id="{FE024F78-56A6-7740-B68D-8D4D026EDF3F}" type="slidenum">
              <a:rPr lang="en-US" smtClean="0"/>
              <a:pPr/>
              <a:t>12</a:t>
            </a:fld>
            <a:endParaRPr lang="en-US" dirty="0"/>
          </a:p>
        </p:txBody>
      </p:sp>
      <p:pic>
        <p:nvPicPr>
          <p:cNvPr id="6" name="Audio 5">
            <a:extLst>
              <a:ext uri="{FF2B5EF4-FFF2-40B4-BE49-F238E27FC236}">
                <a16:creationId xmlns:a16="http://schemas.microsoft.com/office/drawing/2014/main" id="{4B200ED9-4E4A-43DB-417F-3EC0EAF6A6FB}"/>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11226800" y="5892800"/>
            <a:ext cx="812800" cy="812800"/>
          </a:xfrm>
          <a:prstGeom prst="rect">
            <a:avLst/>
          </a:prstGeom>
        </p:spPr>
      </p:pic>
    </p:spTree>
    <p:extLst>
      <p:ext uri="{BB962C8B-B14F-4D97-AF65-F5344CB8AC3E}">
        <p14:creationId xmlns:p14="http://schemas.microsoft.com/office/powerpoint/2010/main" val="1962637282"/>
      </p:ext>
    </p:extLst>
  </p:cSld>
  <p:clrMapOvr>
    <a:masterClrMapping/>
  </p:clrMapOvr>
  <mc:AlternateContent xmlns:mc="http://schemas.openxmlformats.org/markup-compatibility/2006" xmlns:p14="http://schemas.microsoft.com/office/powerpoint/2010/main">
    <mc:Choice Requires="p14">
      <p:transition spd="slow" p14:dur="2000" advTm="61098"/>
    </mc:Choice>
    <mc:Fallback xmlns="">
      <p:transition spd="slow" advTm="61098"/>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6"/>
                </p:tgtEl>
              </p:cMediaNode>
            </p:audio>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CA29A4-AAFD-04EE-0732-0671E83D5EF1}"/>
              </a:ext>
            </a:extLst>
          </p:cNvPr>
          <p:cNvSpPr>
            <a:spLocks noGrp="1"/>
          </p:cNvSpPr>
          <p:nvPr>
            <p:ph type="title"/>
          </p:nvPr>
        </p:nvSpPr>
        <p:spPr>
          <a:xfrm>
            <a:off x="2422770" y="-403265"/>
            <a:ext cx="8843050" cy="1616904"/>
          </a:xfrm>
        </p:spPr>
        <p:txBody>
          <a:bodyPr/>
          <a:lstStyle/>
          <a:p>
            <a:pPr algn="ctr"/>
            <a:r>
              <a:rPr lang="en-US" dirty="0">
                <a:cs typeface="Biome"/>
              </a:rPr>
              <a:t>Code</a:t>
            </a:r>
            <a:br>
              <a:rPr lang="en-US" dirty="0">
                <a:cs typeface="Biome"/>
              </a:rPr>
            </a:br>
            <a:r>
              <a:rPr lang="en-US" dirty="0">
                <a:cs typeface="Biome"/>
              </a:rPr>
              <a:t>Quality Monitoring</a:t>
            </a:r>
          </a:p>
        </p:txBody>
      </p:sp>
      <p:sp>
        <p:nvSpPr>
          <p:cNvPr id="5" name="Slide Number Placeholder 4">
            <a:extLst>
              <a:ext uri="{FF2B5EF4-FFF2-40B4-BE49-F238E27FC236}">
                <a16:creationId xmlns:a16="http://schemas.microsoft.com/office/drawing/2014/main" id="{23E23533-91C6-420C-B7D7-4977ACF73ACF}"/>
              </a:ext>
            </a:extLst>
          </p:cNvPr>
          <p:cNvSpPr>
            <a:spLocks noGrp="1"/>
          </p:cNvSpPr>
          <p:nvPr>
            <p:ph type="sldNum" sz="quarter" idx="12"/>
          </p:nvPr>
        </p:nvSpPr>
        <p:spPr>
          <a:xfrm>
            <a:off x="9140971" y="6226198"/>
            <a:ext cx="2743200" cy="365125"/>
          </a:xfrm>
        </p:spPr>
        <p:txBody>
          <a:bodyPr/>
          <a:lstStyle/>
          <a:p>
            <a:fld id="{FE024F78-56A6-7740-B68D-8D4D026EDF3F}" type="slidenum">
              <a:rPr lang="en-US" smtClean="0"/>
              <a:pPr/>
              <a:t>13</a:t>
            </a:fld>
            <a:endParaRPr lang="en-US" dirty="0"/>
          </a:p>
        </p:txBody>
      </p:sp>
      <p:pic>
        <p:nvPicPr>
          <p:cNvPr id="10" name="Content Placeholder 9">
            <a:extLst>
              <a:ext uri="{FF2B5EF4-FFF2-40B4-BE49-F238E27FC236}">
                <a16:creationId xmlns:a16="http://schemas.microsoft.com/office/drawing/2014/main" id="{E5173AA5-5F9D-AFF2-142E-776AB8C87C86}"/>
              </a:ext>
            </a:extLst>
          </p:cNvPr>
          <p:cNvPicPr>
            <a:picLocks noGrp="1" noChangeAspect="1"/>
          </p:cNvPicPr>
          <p:nvPr>
            <p:ph sz="quarter" idx="36"/>
          </p:nvPr>
        </p:nvPicPr>
        <p:blipFill>
          <a:blip r:embed="rId5"/>
          <a:stretch>
            <a:fillRect/>
          </a:stretch>
        </p:blipFill>
        <p:spPr>
          <a:xfrm>
            <a:off x="1701968" y="2246119"/>
            <a:ext cx="10284653" cy="4456042"/>
          </a:xfrm>
          <a:prstGeom prst="rect">
            <a:avLst/>
          </a:prstGeom>
        </p:spPr>
      </p:pic>
      <p:pic>
        <p:nvPicPr>
          <p:cNvPr id="22" name="Audio 21">
            <a:extLst>
              <a:ext uri="{FF2B5EF4-FFF2-40B4-BE49-F238E27FC236}">
                <a16:creationId xmlns:a16="http://schemas.microsoft.com/office/drawing/2014/main" id="{AA160476-325D-930C-E8EB-977F9F30568A}"/>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11226800" y="5892800"/>
            <a:ext cx="812800" cy="812800"/>
          </a:xfrm>
          <a:prstGeom prst="rect">
            <a:avLst/>
          </a:prstGeom>
        </p:spPr>
      </p:pic>
    </p:spTree>
    <p:extLst>
      <p:ext uri="{BB962C8B-B14F-4D97-AF65-F5344CB8AC3E}">
        <p14:creationId xmlns:p14="http://schemas.microsoft.com/office/powerpoint/2010/main" val="1073601555"/>
      </p:ext>
    </p:extLst>
  </p:cSld>
  <p:clrMapOvr>
    <a:masterClrMapping/>
  </p:clrMapOvr>
  <mc:AlternateContent xmlns:mc="http://schemas.openxmlformats.org/markup-compatibility/2006" xmlns:p14="http://schemas.microsoft.com/office/powerpoint/2010/main">
    <mc:Choice Requires="p14">
      <p:transition spd="slow" p14:dur="2000" advTm="58645"/>
    </mc:Choice>
    <mc:Fallback xmlns="">
      <p:transition spd="slow" advTm="58645"/>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2"/>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22"/>
                </p:tgtEl>
              </p:cMediaNode>
            </p:audio>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03B02D-4E3B-04E2-3B5C-24E7C6E48ACA}"/>
              </a:ext>
            </a:extLst>
          </p:cNvPr>
          <p:cNvSpPr>
            <a:spLocks noGrp="1"/>
          </p:cNvSpPr>
          <p:nvPr>
            <p:ph type="title"/>
          </p:nvPr>
        </p:nvSpPr>
        <p:spPr/>
        <p:txBody>
          <a:bodyPr/>
          <a:lstStyle/>
          <a:p>
            <a:r>
              <a:rPr lang="en-US" dirty="0"/>
              <a:t>Calculated metrics result</a:t>
            </a:r>
          </a:p>
        </p:txBody>
      </p:sp>
      <p:pic>
        <p:nvPicPr>
          <p:cNvPr id="6" name="Content Placeholder 5">
            <a:extLst>
              <a:ext uri="{FF2B5EF4-FFF2-40B4-BE49-F238E27FC236}">
                <a16:creationId xmlns:a16="http://schemas.microsoft.com/office/drawing/2014/main" id="{123D39D3-4ADE-8D42-7DBD-FCF4BA7EEB45}"/>
              </a:ext>
            </a:extLst>
          </p:cNvPr>
          <p:cNvPicPr>
            <a:picLocks noGrp="1" noChangeAspect="1"/>
          </p:cNvPicPr>
          <p:nvPr>
            <p:ph sz="quarter" idx="35"/>
          </p:nvPr>
        </p:nvPicPr>
        <p:blipFill>
          <a:blip r:embed="rId5"/>
          <a:stretch>
            <a:fillRect/>
          </a:stretch>
        </p:blipFill>
        <p:spPr>
          <a:xfrm>
            <a:off x="1809982" y="2445923"/>
            <a:ext cx="10074189" cy="3780275"/>
          </a:xfrm>
          <a:prstGeom prst="rect">
            <a:avLst/>
          </a:prstGeom>
        </p:spPr>
      </p:pic>
      <p:sp>
        <p:nvSpPr>
          <p:cNvPr id="5" name="Slide Number Placeholder 4">
            <a:extLst>
              <a:ext uri="{FF2B5EF4-FFF2-40B4-BE49-F238E27FC236}">
                <a16:creationId xmlns:a16="http://schemas.microsoft.com/office/drawing/2014/main" id="{F89F7491-587F-980D-0E67-D256B1119C8E}"/>
              </a:ext>
            </a:extLst>
          </p:cNvPr>
          <p:cNvSpPr>
            <a:spLocks noGrp="1"/>
          </p:cNvSpPr>
          <p:nvPr>
            <p:ph type="sldNum" sz="quarter" idx="12"/>
          </p:nvPr>
        </p:nvSpPr>
        <p:spPr/>
        <p:txBody>
          <a:bodyPr/>
          <a:lstStyle/>
          <a:p>
            <a:fld id="{FE024F78-56A6-7740-B68D-8D4D026EDF3F}" type="slidenum">
              <a:rPr lang="en-US" smtClean="0"/>
              <a:pPr/>
              <a:t>14</a:t>
            </a:fld>
            <a:endParaRPr lang="en-US" dirty="0"/>
          </a:p>
        </p:txBody>
      </p:sp>
      <p:pic>
        <p:nvPicPr>
          <p:cNvPr id="8" name="Audio 7">
            <a:extLst>
              <a:ext uri="{FF2B5EF4-FFF2-40B4-BE49-F238E27FC236}">
                <a16:creationId xmlns:a16="http://schemas.microsoft.com/office/drawing/2014/main" id="{632347F4-20B0-43EC-1AA9-49AC798A0511}"/>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11226800" y="5892800"/>
            <a:ext cx="812800" cy="812800"/>
          </a:xfrm>
          <a:prstGeom prst="rect">
            <a:avLst/>
          </a:prstGeom>
        </p:spPr>
      </p:pic>
    </p:spTree>
    <p:extLst>
      <p:ext uri="{BB962C8B-B14F-4D97-AF65-F5344CB8AC3E}">
        <p14:creationId xmlns:p14="http://schemas.microsoft.com/office/powerpoint/2010/main" val="1454979845"/>
      </p:ext>
    </p:extLst>
  </p:cSld>
  <p:clrMapOvr>
    <a:masterClrMapping/>
  </p:clrMapOvr>
  <mc:AlternateContent xmlns:mc="http://schemas.openxmlformats.org/markup-compatibility/2006" xmlns:p14="http://schemas.microsoft.com/office/powerpoint/2010/main">
    <mc:Choice Requires="p14">
      <p:transition spd="slow" p14:dur="2000" advTm="10752"/>
    </mc:Choice>
    <mc:Fallback xmlns="">
      <p:transition spd="slow" advTm="10752"/>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8"/>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8"/>
                </p:tgtEl>
              </p:cMediaNode>
            </p:audio>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7CD57C-05E4-B798-4A96-C4C5077E2607}"/>
              </a:ext>
            </a:extLst>
          </p:cNvPr>
          <p:cNvSpPr>
            <a:spLocks noGrp="1"/>
          </p:cNvSpPr>
          <p:nvPr>
            <p:ph type="title"/>
          </p:nvPr>
        </p:nvSpPr>
        <p:spPr/>
        <p:txBody>
          <a:bodyPr/>
          <a:lstStyle/>
          <a:p>
            <a:pPr algn="ctr"/>
            <a:r>
              <a:rPr lang="en-US" dirty="0"/>
              <a:t>Model Performance </a:t>
            </a:r>
          </a:p>
        </p:txBody>
      </p:sp>
      <p:pic>
        <p:nvPicPr>
          <p:cNvPr id="8" name="Content Placeholder 7">
            <a:extLst>
              <a:ext uri="{FF2B5EF4-FFF2-40B4-BE49-F238E27FC236}">
                <a16:creationId xmlns:a16="http://schemas.microsoft.com/office/drawing/2014/main" id="{B7EB1E14-5B5C-BA91-8E0F-E7F686BDB609}"/>
              </a:ext>
            </a:extLst>
          </p:cNvPr>
          <p:cNvPicPr>
            <a:picLocks noGrp="1" noChangeAspect="1"/>
          </p:cNvPicPr>
          <p:nvPr>
            <p:ph sz="quarter" idx="35"/>
          </p:nvPr>
        </p:nvPicPr>
        <p:blipFill>
          <a:blip r:embed="rId5"/>
          <a:stretch>
            <a:fillRect/>
          </a:stretch>
        </p:blipFill>
        <p:spPr>
          <a:xfrm>
            <a:off x="1676121" y="2936773"/>
            <a:ext cx="10290048" cy="3173199"/>
          </a:xfrm>
          <a:prstGeom prst="rect">
            <a:avLst/>
          </a:prstGeom>
        </p:spPr>
      </p:pic>
      <p:sp>
        <p:nvSpPr>
          <p:cNvPr id="5" name="Slide Number Placeholder 4">
            <a:extLst>
              <a:ext uri="{FF2B5EF4-FFF2-40B4-BE49-F238E27FC236}">
                <a16:creationId xmlns:a16="http://schemas.microsoft.com/office/drawing/2014/main" id="{6B232711-61D1-D597-15D0-E2863CA87673}"/>
              </a:ext>
            </a:extLst>
          </p:cNvPr>
          <p:cNvSpPr>
            <a:spLocks noGrp="1"/>
          </p:cNvSpPr>
          <p:nvPr>
            <p:ph type="sldNum" sz="quarter" idx="12"/>
          </p:nvPr>
        </p:nvSpPr>
        <p:spPr/>
        <p:txBody>
          <a:bodyPr/>
          <a:lstStyle/>
          <a:p>
            <a:fld id="{FE024F78-56A6-7740-B68D-8D4D026EDF3F}" type="slidenum">
              <a:rPr lang="en-US" smtClean="0"/>
              <a:pPr/>
              <a:t>15</a:t>
            </a:fld>
            <a:endParaRPr lang="en-US" dirty="0"/>
          </a:p>
        </p:txBody>
      </p:sp>
      <p:pic>
        <p:nvPicPr>
          <p:cNvPr id="14" name="Audio 13">
            <a:extLst>
              <a:ext uri="{FF2B5EF4-FFF2-40B4-BE49-F238E27FC236}">
                <a16:creationId xmlns:a16="http://schemas.microsoft.com/office/drawing/2014/main" id="{79234789-1405-3747-7B93-194665D9D821}"/>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11226800" y="5892800"/>
            <a:ext cx="812800" cy="812800"/>
          </a:xfrm>
          <a:prstGeom prst="rect">
            <a:avLst/>
          </a:prstGeom>
        </p:spPr>
      </p:pic>
    </p:spTree>
    <p:extLst>
      <p:ext uri="{BB962C8B-B14F-4D97-AF65-F5344CB8AC3E}">
        <p14:creationId xmlns:p14="http://schemas.microsoft.com/office/powerpoint/2010/main" val="3044972907"/>
      </p:ext>
    </p:extLst>
  </p:cSld>
  <p:clrMapOvr>
    <a:masterClrMapping/>
  </p:clrMapOvr>
  <mc:AlternateContent xmlns:mc="http://schemas.openxmlformats.org/markup-compatibility/2006" xmlns:p14="http://schemas.microsoft.com/office/powerpoint/2010/main">
    <mc:Choice Requires="p14">
      <p:transition spd="slow" p14:dur="2000" advTm="32160"/>
    </mc:Choice>
    <mc:Fallback xmlns="">
      <p:transition spd="slow" advTm="3216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14"/>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14"/>
                </p:tgtEl>
              </p:cMediaNode>
            </p:audio>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57074E-3493-E2E3-D7C5-17736ACE06E4}"/>
              </a:ext>
            </a:extLst>
          </p:cNvPr>
          <p:cNvSpPr>
            <a:spLocks noGrp="1"/>
          </p:cNvSpPr>
          <p:nvPr>
            <p:ph type="title"/>
          </p:nvPr>
        </p:nvSpPr>
        <p:spPr/>
        <p:txBody>
          <a:bodyPr/>
          <a:lstStyle/>
          <a:p>
            <a:pPr algn="ctr"/>
            <a:r>
              <a:rPr lang="en-US" dirty="0"/>
              <a:t>Model Performance (Contd.) </a:t>
            </a:r>
          </a:p>
        </p:txBody>
      </p:sp>
      <p:sp>
        <p:nvSpPr>
          <p:cNvPr id="5" name="Slide Number Placeholder 4">
            <a:extLst>
              <a:ext uri="{FF2B5EF4-FFF2-40B4-BE49-F238E27FC236}">
                <a16:creationId xmlns:a16="http://schemas.microsoft.com/office/drawing/2014/main" id="{125F9C58-1B1C-C7E0-162F-0C4AEBAD911B}"/>
              </a:ext>
            </a:extLst>
          </p:cNvPr>
          <p:cNvSpPr>
            <a:spLocks noGrp="1"/>
          </p:cNvSpPr>
          <p:nvPr>
            <p:ph type="sldNum" sz="quarter" idx="12"/>
          </p:nvPr>
        </p:nvSpPr>
        <p:spPr/>
        <p:txBody>
          <a:bodyPr/>
          <a:lstStyle/>
          <a:p>
            <a:fld id="{FE024F78-56A6-7740-B68D-8D4D026EDF3F}" type="slidenum">
              <a:rPr lang="en-US" smtClean="0"/>
              <a:pPr/>
              <a:t>16</a:t>
            </a:fld>
            <a:endParaRPr lang="en-US" dirty="0"/>
          </a:p>
        </p:txBody>
      </p:sp>
      <p:pic>
        <p:nvPicPr>
          <p:cNvPr id="9" name="Content Placeholder 8">
            <a:extLst>
              <a:ext uri="{FF2B5EF4-FFF2-40B4-BE49-F238E27FC236}">
                <a16:creationId xmlns:a16="http://schemas.microsoft.com/office/drawing/2014/main" id="{A6FF5D86-9FFB-D05A-DE4A-57FF8A34BBA1}"/>
              </a:ext>
            </a:extLst>
          </p:cNvPr>
          <p:cNvPicPr>
            <a:picLocks noGrp="1" noChangeAspect="1"/>
          </p:cNvPicPr>
          <p:nvPr>
            <p:ph sz="quarter" idx="35"/>
          </p:nvPr>
        </p:nvPicPr>
        <p:blipFill>
          <a:blip r:embed="rId5"/>
          <a:stretch>
            <a:fillRect/>
          </a:stretch>
        </p:blipFill>
        <p:spPr>
          <a:xfrm>
            <a:off x="2399620" y="2462438"/>
            <a:ext cx="9659670" cy="4128885"/>
          </a:xfrm>
          <a:prstGeom prst="rect">
            <a:avLst/>
          </a:prstGeom>
        </p:spPr>
      </p:pic>
      <p:pic>
        <p:nvPicPr>
          <p:cNvPr id="11" name="Audio 10">
            <a:extLst>
              <a:ext uri="{FF2B5EF4-FFF2-40B4-BE49-F238E27FC236}">
                <a16:creationId xmlns:a16="http://schemas.microsoft.com/office/drawing/2014/main" id="{FF793BC7-A1D8-CA25-95C1-407D98FDE0DA}"/>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11226800" y="5892800"/>
            <a:ext cx="812800" cy="812800"/>
          </a:xfrm>
          <a:prstGeom prst="rect">
            <a:avLst/>
          </a:prstGeom>
        </p:spPr>
      </p:pic>
    </p:spTree>
    <p:extLst>
      <p:ext uri="{BB962C8B-B14F-4D97-AF65-F5344CB8AC3E}">
        <p14:creationId xmlns:p14="http://schemas.microsoft.com/office/powerpoint/2010/main" val="3995590745"/>
      </p:ext>
    </p:extLst>
  </p:cSld>
  <p:clrMapOvr>
    <a:masterClrMapping/>
  </p:clrMapOvr>
  <mc:AlternateContent xmlns:mc="http://schemas.openxmlformats.org/markup-compatibility/2006" xmlns:p14="http://schemas.microsoft.com/office/powerpoint/2010/main">
    <mc:Choice Requires="p14">
      <p:transition spd="slow" p14:dur="2000" advTm="36512"/>
    </mc:Choice>
    <mc:Fallback xmlns="">
      <p:transition spd="slow" advTm="36512"/>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11"/>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11"/>
                </p:tgtEl>
              </p:cMediaNode>
            </p:audio>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7C8B76-78A8-2A6C-650B-F597553F4C31}"/>
              </a:ext>
            </a:extLst>
          </p:cNvPr>
          <p:cNvSpPr>
            <a:spLocks noGrp="1"/>
          </p:cNvSpPr>
          <p:nvPr>
            <p:ph type="title"/>
          </p:nvPr>
        </p:nvSpPr>
        <p:spPr/>
        <p:txBody>
          <a:bodyPr/>
          <a:lstStyle/>
          <a:p>
            <a:pPr algn="ctr"/>
            <a:r>
              <a:rPr lang="en-US" dirty="0"/>
              <a:t>Dashboard</a:t>
            </a:r>
          </a:p>
        </p:txBody>
      </p:sp>
      <p:pic>
        <p:nvPicPr>
          <p:cNvPr id="7" name="Content Placeholder 6">
            <a:extLst>
              <a:ext uri="{FF2B5EF4-FFF2-40B4-BE49-F238E27FC236}">
                <a16:creationId xmlns:a16="http://schemas.microsoft.com/office/drawing/2014/main" id="{4D0C3E3C-03FB-BF72-06AD-D8E33343A7FF}"/>
              </a:ext>
            </a:extLst>
          </p:cNvPr>
          <p:cNvPicPr>
            <a:picLocks noGrp="1" noChangeAspect="1"/>
          </p:cNvPicPr>
          <p:nvPr>
            <p:ph sz="quarter" idx="36"/>
          </p:nvPr>
        </p:nvPicPr>
        <p:blipFill>
          <a:blip r:embed="rId5"/>
          <a:stretch>
            <a:fillRect/>
          </a:stretch>
        </p:blipFill>
        <p:spPr>
          <a:xfrm>
            <a:off x="2186475" y="2474811"/>
            <a:ext cx="9269340" cy="3325893"/>
          </a:xfrm>
          <a:prstGeom prst="rect">
            <a:avLst/>
          </a:prstGeom>
        </p:spPr>
      </p:pic>
      <p:sp>
        <p:nvSpPr>
          <p:cNvPr id="5" name="Slide Number Placeholder 4">
            <a:extLst>
              <a:ext uri="{FF2B5EF4-FFF2-40B4-BE49-F238E27FC236}">
                <a16:creationId xmlns:a16="http://schemas.microsoft.com/office/drawing/2014/main" id="{6E89352F-014C-564F-CFF9-7D905E9CF3F0}"/>
              </a:ext>
            </a:extLst>
          </p:cNvPr>
          <p:cNvSpPr>
            <a:spLocks noGrp="1"/>
          </p:cNvSpPr>
          <p:nvPr>
            <p:ph type="sldNum" sz="quarter" idx="12"/>
          </p:nvPr>
        </p:nvSpPr>
        <p:spPr/>
        <p:txBody>
          <a:bodyPr/>
          <a:lstStyle/>
          <a:p>
            <a:fld id="{FE024F78-56A6-7740-B68D-8D4D026EDF3F}" type="slidenum">
              <a:rPr lang="en-US" smtClean="0"/>
              <a:pPr/>
              <a:t>17</a:t>
            </a:fld>
            <a:endParaRPr lang="en-US" dirty="0"/>
          </a:p>
        </p:txBody>
      </p:sp>
      <p:pic>
        <p:nvPicPr>
          <p:cNvPr id="12" name="Audio 11">
            <a:extLst>
              <a:ext uri="{FF2B5EF4-FFF2-40B4-BE49-F238E27FC236}">
                <a16:creationId xmlns:a16="http://schemas.microsoft.com/office/drawing/2014/main" id="{403C5D2D-203C-D15F-324A-DF8F8AFD4C76}"/>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11226800" y="5892800"/>
            <a:ext cx="812800" cy="812800"/>
          </a:xfrm>
          <a:prstGeom prst="rect">
            <a:avLst/>
          </a:prstGeom>
        </p:spPr>
      </p:pic>
    </p:spTree>
    <p:extLst>
      <p:ext uri="{BB962C8B-B14F-4D97-AF65-F5344CB8AC3E}">
        <p14:creationId xmlns:p14="http://schemas.microsoft.com/office/powerpoint/2010/main" val="1029042721"/>
      </p:ext>
    </p:extLst>
  </p:cSld>
  <p:clrMapOvr>
    <a:masterClrMapping/>
  </p:clrMapOvr>
  <mc:AlternateContent xmlns:mc="http://schemas.openxmlformats.org/markup-compatibility/2006" xmlns:p14="http://schemas.microsoft.com/office/powerpoint/2010/main">
    <mc:Choice Requires="p14">
      <p:transition spd="slow" p14:dur="2000" advTm="15978"/>
    </mc:Choice>
    <mc:Fallback xmlns="">
      <p:transition spd="slow" advTm="15978"/>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12"/>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12"/>
                </p:tgtEl>
              </p:cMediaNode>
            </p:audio>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4B6ED5-43F8-A60F-F459-0241E8FD7278}"/>
              </a:ext>
            </a:extLst>
          </p:cNvPr>
          <p:cNvSpPr>
            <a:spLocks noGrp="1"/>
          </p:cNvSpPr>
          <p:nvPr>
            <p:ph type="title"/>
          </p:nvPr>
        </p:nvSpPr>
        <p:spPr/>
        <p:txBody>
          <a:bodyPr/>
          <a:lstStyle/>
          <a:p>
            <a:pPr algn="ctr"/>
            <a:r>
              <a:rPr lang="en-US" dirty="0"/>
              <a:t>Dashboard (</a:t>
            </a:r>
            <a:r>
              <a:rPr lang="en-US" dirty="0" err="1"/>
              <a:t>Contd</a:t>
            </a:r>
            <a:r>
              <a:rPr lang="en-US" dirty="0"/>
              <a:t>)</a:t>
            </a:r>
          </a:p>
        </p:txBody>
      </p:sp>
      <p:sp>
        <p:nvSpPr>
          <p:cNvPr id="5" name="Slide Number Placeholder 4">
            <a:extLst>
              <a:ext uri="{FF2B5EF4-FFF2-40B4-BE49-F238E27FC236}">
                <a16:creationId xmlns:a16="http://schemas.microsoft.com/office/drawing/2014/main" id="{B1B4F449-5586-84BD-4EC6-F01FAC4A2837}"/>
              </a:ext>
            </a:extLst>
          </p:cNvPr>
          <p:cNvSpPr>
            <a:spLocks noGrp="1"/>
          </p:cNvSpPr>
          <p:nvPr>
            <p:ph type="sldNum" sz="quarter" idx="12"/>
          </p:nvPr>
        </p:nvSpPr>
        <p:spPr/>
        <p:txBody>
          <a:bodyPr/>
          <a:lstStyle/>
          <a:p>
            <a:fld id="{FE024F78-56A6-7740-B68D-8D4D026EDF3F}" type="slidenum">
              <a:rPr lang="en-US" smtClean="0"/>
              <a:pPr/>
              <a:t>18</a:t>
            </a:fld>
            <a:endParaRPr lang="en-US" dirty="0"/>
          </a:p>
        </p:txBody>
      </p:sp>
      <p:pic>
        <p:nvPicPr>
          <p:cNvPr id="6" name="Content Placeholder 5">
            <a:extLst>
              <a:ext uri="{FF2B5EF4-FFF2-40B4-BE49-F238E27FC236}">
                <a16:creationId xmlns:a16="http://schemas.microsoft.com/office/drawing/2014/main" id="{8C04CCFC-0EF4-078F-4512-4A7BFA46BF5F}"/>
              </a:ext>
            </a:extLst>
          </p:cNvPr>
          <p:cNvPicPr>
            <a:picLocks noGrp="1" noChangeAspect="1"/>
          </p:cNvPicPr>
          <p:nvPr>
            <p:ph sz="quarter" idx="35"/>
          </p:nvPr>
        </p:nvPicPr>
        <p:blipFill>
          <a:blip r:embed="rId5"/>
          <a:stretch>
            <a:fillRect/>
          </a:stretch>
        </p:blipFill>
        <p:spPr>
          <a:xfrm>
            <a:off x="2399620" y="2579050"/>
            <a:ext cx="8843050" cy="4012273"/>
          </a:xfrm>
          <a:prstGeom prst="rect">
            <a:avLst/>
          </a:prstGeom>
        </p:spPr>
      </p:pic>
      <p:pic>
        <p:nvPicPr>
          <p:cNvPr id="8" name="Audio 7">
            <a:extLst>
              <a:ext uri="{FF2B5EF4-FFF2-40B4-BE49-F238E27FC236}">
                <a16:creationId xmlns:a16="http://schemas.microsoft.com/office/drawing/2014/main" id="{89B1FFA7-4FB7-BD82-4FE7-DA85D2917570}"/>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11226800" y="5892800"/>
            <a:ext cx="812800" cy="812800"/>
          </a:xfrm>
          <a:prstGeom prst="rect">
            <a:avLst/>
          </a:prstGeom>
        </p:spPr>
      </p:pic>
    </p:spTree>
    <p:extLst>
      <p:ext uri="{BB962C8B-B14F-4D97-AF65-F5344CB8AC3E}">
        <p14:creationId xmlns:p14="http://schemas.microsoft.com/office/powerpoint/2010/main" val="4182777652"/>
      </p:ext>
    </p:extLst>
  </p:cSld>
  <p:clrMapOvr>
    <a:masterClrMapping/>
  </p:clrMapOvr>
  <mc:AlternateContent xmlns:mc="http://schemas.openxmlformats.org/markup-compatibility/2006" xmlns:p14="http://schemas.microsoft.com/office/powerpoint/2010/main">
    <mc:Choice Requires="p14">
      <p:transition spd="slow" p14:dur="2000" advTm="50752"/>
    </mc:Choice>
    <mc:Fallback xmlns="">
      <p:transition spd="slow" advTm="50752"/>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8"/>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8"/>
                </p:tgtEl>
              </p:cMediaNode>
            </p:audio>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0CF420-EA8C-1160-18A6-44418C879A3D}"/>
              </a:ext>
            </a:extLst>
          </p:cNvPr>
          <p:cNvSpPr>
            <a:spLocks noGrp="1"/>
          </p:cNvSpPr>
          <p:nvPr>
            <p:ph type="title"/>
          </p:nvPr>
        </p:nvSpPr>
        <p:spPr/>
        <p:txBody>
          <a:bodyPr/>
          <a:lstStyle/>
          <a:p>
            <a:r>
              <a:rPr lang="en-US" dirty="0"/>
              <a:t>Model Deployment</a:t>
            </a:r>
          </a:p>
        </p:txBody>
      </p:sp>
      <p:sp>
        <p:nvSpPr>
          <p:cNvPr id="3" name="Table Placeholder 2">
            <a:extLst>
              <a:ext uri="{FF2B5EF4-FFF2-40B4-BE49-F238E27FC236}">
                <a16:creationId xmlns:a16="http://schemas.microsoft.com/office/drawing/2014/main" id="{16C89DA2-EA82-51C3-996E-677998CEAFD0}"/>
              </a:ext>
            </a:extLst>
          </p:cNvPr>
          <p:cNvSpPr>
            <a:spLocks noGrp="1"/>
          </p:cNvSpPr>
          <p:nvPr>
            <p:ph type="tbl" sz="quarter" idx="13"/>
          </p:nvPr>
        </p:nvSpPr>
        <p:spPr/>
        <p:txBody>
          <a:bodyPr/>
          <a:lstStyle/>
          <a:p>
            <a:pPr marL="342900" indent="-342900">
              <a:lnSpc>
                <a:spcPct val="150000"/>
              </a:lnSpc>
              <a:buFont typeface="Arial" panose="020B0604020202020204" pitchFamily="34" charset="0"/>
              <a:buChar char="•"/>
            </a:pPr>
            <a:r>
              <a:rPr lang="en-US" sz="1600" b="1" dirty="0"/>
              <a:t>Model Packaging &amp; Registration:</a:t>
            </a:r>
            <a:r>
              <a:rPr lang="en-US" sz="1600" dirty="0"/>
              <a:t> Final trained artifacts are containerized into a Docker image and pushed to Amazon ECR.</a:t>
            </a:r>
          </a:p>
          <a:p>
            <a:pPr marL="342900" indent="-342900">
              <a:lnSpc>
                <a:spcPct val="150000"/>
              </a:lnSpc>
              <a:buFont typeface="Arial" panose="020B0604020202020204" pitchFamily="34" charset="0"/>
              <a:buChar char="•"/>
            </a:pPr>
            <a:r>
              <a:rPr lang="en-US" sz="1600" b="1" dirty="0"/>
              <a:t>Automated CI/CD Deployment:</a:t>
            </a:r>
            <a:r>
              <a:rPr lang="en-US" sz="1600" dirty="0"/>
              <a:t> A </a:t>
            </a:r>
            <a:r>
              <a:rPr lang="en-US" sz="1600" dirty="0" err="1"/>
              <a:t>CodePipeline</a:t>
            </a:r>
            <a:r>
              <a:rPr lang="en-US" sz="1600" dirty="0"/>
              <a:t>/</a:t>
            </a:r>
            <a:r>
              <a:rPr lang="en-US" sz="1600" dirty="0" err="1"/>
              <a:t>CodeBuild</a:t>
            </a:r>
            <a:r>
              <a:rPr lang="en-US" sz="1600" dirty="0"/>
              <a:t> workflow builds the image and updates a </a:t>
            </a:r>
            <a:r>
              <a:rPr lang="en-US" sz="1600" dirty="0" err="1"/>
              <a:t>SageMaker</a:t>
            </a:r>
            <a:r>
              <a:rPr lang="en-US" sz="1600" dirty="0"/>
              <a:t> Endpoint, exposing a real-time inference API.</a:t>
            </a:r>
          </a:p>
          <a:p>
            <a:pPr marL="342900" indent="-342900">
              <a:lnSpc>
                <a:spcPct val="150000"/>
              </a:lnSpc>
              <a:buFont typeface="Arial" panose="020B0604020202020204" pitchFamily="34" charset="0"/>
              <a:buChar char="•"/>
            </a:pPr>
            <a:r>
              <a:rPr lang="en-US" sz="1600" b="1" dirty="0"/>
              <a:t>Monitoring &amp; Drift Detection:</a:t>
            </a:r>
            <a:r>
              <a:rPr lang="en-US" sz="1600" dirty="0"/>
              <a:t> CloudWatch gathers endpoint metrics while </a:t>
            </a:r>
            <a:r>
              <a:rPr lang="en-US" sz="1600" dirty="0" err="1"/>
              <a:t>SageMaker</a:t>
            </a:r>
            <a:r>
              <a:rPr lang="en-US" sz="1600" dirty="0"/>
              <a:t> Model Monitor profiles incoming data for drift, writing monitoring reports to S3.</a:t>
            </a:r>
          </a:p>
          <a:p>
            <a:pPr marL="342900" indent="-342900">
              <a:lnSpc>
                <a:spcPct val="150000"/>
              </a:lnSpc>
              <a:buFont typeface="Arial" panose="020B0604020202020204" pitchFamily="34" charset="0"/>
              <a:buChar char="•"/>
            </a:pPr>
            <a:r>
              <a:rPr lang="en-US" sz="1600" b="1" dirty="0"/>
              <a:t>Dashboard Visualization:</a:t>
            </a:r>
            <a:r>
              <a:rPr lang="en-US" sz="1600" dirty="0"/>
              <a:t> The live endpoint status and Model Monitor outputs feed into a user dashboard for continuous validation and governance.</a:t>
            </a:r>
          </a:p>
          <a:p>
            <a:pPr marL="342900" indent="-342900">
              <a:lnSpc>
                <a:spcPct val="150000"/>
              </a:lnSpc>
              <a:buFont typeface="Arial" panose="020B0604020202020204" pitchFamily="34" charset="0"/>
              <a:buChar char="•"/>
            </a:pPr>
            <a:endParaRPr lang="en-US" sz="1600" dirty="0"/>
          </a:p>
        </p:txBody>
      </p:sp>
      <p:sp>
        <p:nvSpPr>
          <p:cNvPr id="4" name="Slide Number Placeholder 3">
            <a:extLst>
              <a:ext uri="{FF2B5EF4-FFF2-40B4-BE49-F238E27FC236}">
                <a16:creationId xmlns:a16="http://schemas.microsoft.com/office/drawing/2014/main" id="{1071BC82-315B-D7A5-E191-EFD5072486AC}"/>
              </a:ext>
            </a:extLst>
          </p:cNvPr>
          <p:cNvSpPr>
            <a:spLocks noGrp="1"/>
          </p:cNvSpPr>
          <p:nvPr>
            <p:ph type="sldNum" sz="quarter" idx="12"/>
          </p:nvPr>
        </p:nvSpPr>
        <p:spPr/>
        <p:txBody>
          <a:bodyPr/>
          <a:lstStyle/>
          <a:p>
            <a:fld id="{FE024F78-56A6-7740-B68D-8D4D026EDF3F}" type="slidenum">
              <a:rPr lang="en-US" smtClean="0"/>
              <a:pPr/>
              <a:t>19</a:t>
            </a:fld>
            <a:endParaRPr lang="en-US" dirty="0"/>
          </a:p>
        </p:txBody>
      </p:sp>
      <p:pic>
        <p:nvPicPr>
          <p:cNvPr id="7" name="Audio 6">
            <a:extLst>
              <a:ext uri="{FF2B5EF4-FFF2-40B4-BE49-F238E27FC236}">
                <a16:creationId xmlns:a16="http://schemas.microsoft.com/office/drawing/2014/main" id="{3DF858F4-0041-92AF-2BB2-097395065179}"/>
              </a:ext>
            </a:extLst>
          </p:cNvPr>
          <p:cNvPicPr>
            <a:picLocks noChangeAspect="1"/>
          </p:cNvPicPr>
          <p:nvPr>
            <a:audioFile r:link="rId2"/>
            <p:extLst>
              <p:ext uri="{DAA4B4D4-6D71-4841-9C94-3DE7FCFB9230}">
                <p14:media xmlns:p14="http://schemas.microsoft.com/office/powerpoint/2010/main" r:embed="rId1"/>
              </p:ext>
            </p:extLst>
          </p:nvPr>
        </p:nvPicPr>
        <p:blipFill>
          <a:blip r:embed="rId4"/>
          <a:stretch>
            <a:fillRect/>
          </a:stretch>
        </p:blipFill>
        <p:spPr>
          <a:xfrm>
            <a:off x="11226800" y="5892800"/>
            <a:ext cx="812800" cy="812800"/>
          </a:xfrm>
          <a:prstGeom prst="rect">
            <a:avLst/>
          </a:prstGeom>
        </p:spPr>
      </p:pic>
    </p:spTree>
    <p:extLst>
      <p:ext uri="{BB962C8B-B14F-4D97-AF65-F5344CB8AC3E}">
        <p14:creationId xmlns:p14="http://schemas.microsoft.com/office/powerpoint/2010/main" val="70390466"/>
      </p:ext>
    </p:extLst>
  </p:cSld>
  <p:clrMapOvr>
    <a:masterClrMapping/>
  </p:clrMapOvr>
  <mc:AlternateContent xmlns:mc="http://schemas.openxmlformats.org/markup-compatibility/2006" xmlns:p14="http://schemas.microsoft.com/office/powerpoint/2010/main">
    <mc:Choice Requires="p14">
      <p:transition spd="slow" p14:dur="2000" advTm="49660"/>
    </mc:Choice>
    <mc:Fallback xmlns="">
      <p:transition spd="slow" advTm="4966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7"/>
                </p:tgtEl>
              </p:cMediaNode>
            </p:audio>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167C40-465D-AB49-B0F6-E3EB1524945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9690A13-9168-744A-29A6-11A07DC2F95B}"/>
              </a:ext>
            </a:extLst>
          </p:cNvPr>
          <p:cNvSpPr>
            <a:spLocks noGrp="1"/>
          </p:cNvSpPr>
          <p:nvPr>
            <p:ph type="title"/>
          </p:nvPr>
        </p:nvSpPr>
        <p:spPr/>
        <p:txBody>
          <a:bodyPr/>
          <a:lstStyle/>
          <a:p>
            <a:r>
              <a:rPr lang="en-US" dirty="0"/>
              <a:t>Endpoint Invocation &amp; Output</a:t>
            </a:r>
          </a:p>
        </p:txBody>
      </p:sp>
      <p:sp>
        <p:nvSpPr>
          <p:cNvPr id="3" name="Table Placeholder 2">
            <a:extLst>
              <a:ext uri="{FF2B5EF4-FFF2-40B4-BE49-F238E27FC236}">
                <a16:creationId xmlns:a16="http://schemas.microsoft.com/office/drawing/2014/main" id="{A9952B96-5B37-DF48-902D-BB89B758F917}"/>
              </a:ext>
            </a:extLst>
          </p:cNvPr>
          <p:cNvSpPr>
            <a:spLocks noGrp="1"/>
          </p:cNvSpPr>
          <p:nvPr>
            <p:ph type="tbl" sz="quarter" idx="13"/>
          </p:nvPr>
        </p:nvSpPr>
        <p:spPr/>
        <p:txBody>
          <a:bodyPr/>
          <a:lstStyle/>
          <a:p>
            <a:pPr marL="342900" indent="-342900">
              <a:lnSpc>
                <a:spcPct val="150000"/>
              </a:lnSpc>
              <a:buFont typeface="Arial" panose="020B0604020202020204" pitchFamily="34" charset="0"/>
              <a:buChar char="•"/>
            </a:pPr>
            <a:r>
              <a:rPr lang="en-US" sz="1800" b="1" dirty="0"/>
              <a:t>Real-time Inference Calls:</a:t>
            </a:r>
            <a:r>
              <a:rPr lang="en-US" sz="1800" dirty="0"/>
              <a:t> Preprocessed features are sent as JSON to </a:t>
            </a:r>
            <a:r>
              <a:rPr lang="en-US" sz="1800" dirty="0" err="1"/>
              <a:t>SageMaker</a:t>
            </a:r>
            <a:r>
              <a:rPr lang="en-US" sz="1800" dirty="0"/>
              <a:t> via the </a:t>
            </a:r>
            <a:r>
              <a:rPr lang="en-US" sz="1800" dirty="0" err="1"/>
              <a:t>InvokeEndpoint</a:t>
            </a:r>
            <a:r>
              <a:rPr lang="en-US" sz="1800" dirty="0"/>
              <a:t> API, returning probability vectors and predicted labels.</a:t>
            </a:r>
          </a:p>
          <a:p>
            <a:pPr marL="342900" indent="-342900">
              <a:lnSpc>
                <a:spcPct val="150000"/>
              </a:lnSpc>
              <a:buFont typeface="Arial" panose="020B0604020202020204" pitchFamily="34" charset="0"/>
              <a:buChar char="•"/>
            </a:pPr>
            <a:r>
              <a:rPr lang="en-US" sz="1800" b="1" dirty="0"/>
              <a:t>Response Parsing &amp; Profiling:</a:t>
            </a:r>
            <a:r>
              <a:rPr lang="en-US" sz="1800" dirty="0"/>
              <a:t> The notebook parses each JSON response into a Pandas </a:t>
            </a:r>
            <a:r>
              <a:rPr lang="en-US" sz="1800" dirty="0" err="1"/>
              <a:t>DataFrame</a:t>
            </a:r>
            <a:r>
              <a:rPr lang="en-US" sz="1800" dirty="0"/>
              <a:t>, logging invocation latency and payload size for performance analysis.</a:t>
            </a:r>
          </a:p>
          <a:p>
            <a:pPr marL="342900" indent="-342900">
              <a:lnSpc>
                <a:spcPct val="150000"/>
              </a:lnSpc>
              <a:buFont typeface="Arial" panose="020B0604020202020204" pitchFamily="34" charset="0"/>
              <a:buChar char="•"/>
            </a:pPr>
            <a:r>
              <a:rPr lang="en-US" sz="1800" b="1" dirty="0"/>
              <a:t>Audit &amp; Validation:</a:t>
            </a:r>
            <a:r>
              <a:rPr lang="en-US" sz="1800" dirty="0"/>
              <a:t> Raw response payloads are saved S3 and used to compute aggregate accuracy and calibration metrics, ensuring inference quality.</a:t>
            </a:r>
          </a:p>
          <a:p>
            <a:pPr marL="342900" indent="-342900">
              <a:lnSpc>
                <a:spcPct val="150000"/>
              </a:lnSpc>
              <a:buFont typeface="Arial" panose="020B0604020202020204" pitchFamily="34" charset="0"/>
              <a:buChar char="•"/>
            </a:pPr>
            <a:endParaRPr lang="en-US" sz="1800" dirty="0"/>
          </a:p>
        </p:txBody>
      </p:sp>
      <p:sp>
        <p:nvSpPr>
          <p:cNvPr id="4" name="Slide Number Placeholder 3">
            <a:extLst>
              <a:ext uri="{FF2B5EF4-FFF2-40B4-BE49-F238E27FC236}">
                <a16:creationId xmlns:a16="http://schemas.microsoft.com/office/drawing/2014/main" id="{CBE4D79C-A8B4-19C2-D7FC-8FBA509BCB9B}"/>
              </a:ext>
            </a:extLst>
          </p:cNvPr>
          <p:cNvSpPr>
            <a:spLocks noGrp="1"/>
          </p:cNvSpPr>
          <p:nvPr>
            <p:ph type="sldNum" sz="quarter" idx="12"/>
          </p:nvPr>
        </p:nvSpPr>
        <p:spPr/>
        <p:txBody>
          <a:bodyPr/>
          <a:lstStyle/>
          <a:p>
            <a:fld id="{FE024F78-56A6-7740-B68D-8D4D026EDF3F}" type="slidenum">
              <a:rPr lang="en-US" smtClean="0"/>
              <a:pPr/>
              <a:t>20</a:t>
            </a:fld>
            <a:endParaRPr lang="en-US" dirty="0"/>
          </a:p>
        </p:txBody>
      </p:sp>
      <p:pic>
        <p:nvPicPr>
          <p:cNvPr id="7" name="Audio 6">
            <a:extLst>
              <a:ext uri="{FF2B5EF4-FFF2-40B4-BE49-F238E27FC236}">
                <a16:creationId xmlns:a16="http://schemas.microsoft.com/office/drawing/2014/main" id="{A469A08E-7656-3E43-3AFD-835687B0F136}"/>
              </a:ext>
            </a:extLst>
          </p:cNvPr>
          <p:cNvPicPr>
            <a:picLocks noChangeAspect="1"/>
          </p:cNvPicPr>
          <p:nvPr>
            <a:audioFile r:link="rId2"/>
            <p:extLst>
              <p:ext uri="{DAA4B4D4-6D71-4841-9C94-3DE7FCFB9230}">
                <p14:media xmlns:p14="http://schemas.microsoft.com/office/powerpoint/2010/main" r:embed="rId1"/>
              </p:ext>
            </p:extLst>
          </p:nvPr>
        </p:nvPicPr>
        <p:blipFill>
          <a:blip r:embed="rId4"/>
          <a:stretch>
            <a:fillRect/>
          </a:stretch>
        </p:blipFill>
        <p:spPr>
          <a:xfrm>
            <a:off x="11226800" y="5892800"/>
            <a:ext cx="812800" cy="812800"/>
          </a:xfrm>
          <a:prstGeom prst="rect">
            <a:avLst/>
          </a:prstGeom>
        </p:spPr>
      </p:pic>
    </p:spTree>
    <p:extLst>
      <p:ext uri="{BB962C8B-B14F-4D97-AF65-F5344CB8AC3E}">
        <p14:creationId xmlns:p14="http://schemas.microsoft.com/office/powerpoint/2010/main" val="3535631651"/>
      </p:ext>
    </p:extLst>
  </p:cSld>
  <p:clrMapOvr>
    <a:masterClrMapping/>
  </p:clrMapOvr>
  <mc:AlternateContent xmlns:mc="http://schemas.openxmlformats.org/markup-compatibility/2006" xmlns:p14="http://schemas.microsoft.com/office/powerpoint/2010/main">
    <mc:Choice Requires="p14">
      <p:transition spd="slow" p14:dur="2000" advTm="43180"/>
    </mc:Choice>
    <mc:Fallback xmlns="">
      <p:transition spd="slow" advTm="4318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7"/>
                </p:tgtEl>
              </p:cMediaNode>
            </p:audio>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B02AF7-3F2D-0C70-C9DB-3143D27A52A5}"/>
              </a:ext>
            </a:extLst>
          </p:cNvPr>
          <p:cNvSpPr>
            <a:spLocks noGrp="1"/>
          </p:cNvSpPr>
          <p:nvPr>
            <p:ph type="title"/>
          </p:nvPr>
        </p:nvSpPr>
        <p:spPr/>
        <p:txBody>
          <a:bodyPr/>
          <a:lstStyle/>
          <a:p>
            <a:r>
              <a:rPr lang="en-US" dirty="0"/>
              <a:t>CI/CD Pipeline</a:t>
            </a:r>
          </a:p>
        </p:txBody>
      </p:sp>
      <p:sp>
        <p:nvSpPr>
          <p:cNvPr id="3" name="Content Placeholder 2">
            <a:extLst>
              <a:ext uri="{FF2B5EF4-FFF2-40B4-BE49-F238E27FC236}">
                <a16:creationId xmlns:a16="http://schemas.microsoft.com/office/drawing/2014/main" id="{286A1850-D7AD-DBC4-2487-124DEDA9DCC8}"/>
              </a:ext>
            </a:extLst>
          </p:cNvPr>
          <p:cNvSpPr>
            <a:spLocks noGrp="1"/>
          </p:cNvSpPr>
          <p:nvPr>
            <p:ph sz="quarter" idx="36"/>
          </p:nvPr>
        </p:nvSpPr>
        <p:spPr/>
        <p:txBody>
          <a:bodyPr/>
          <a:lstStyle/>
          <a:p>
            <a:pPr>
              <a:buFont typeface="Arial" panose="020B0604020202020204" pitchFamily="34" charset="0"/>
              <a:buChar char="•"/>
            </a:pPr>
            <a:r>
              <a:rPr lang="en-US" sz="1400" b="1" dirty="0"/>
              <a:t>Pipeline Trigger &amp; Build:</a:t>
            </a:r>
            <a:r>
              <a:rPr lang="en-US" sz="1400" dirty="0"/>
              <a:t> On every Git commit, </a:t>
            </a:r>
            <a:r>
              <a:rPr lang="en-US" sz="1400" dirty="0" err="1"/>
              <a:t>CodePipeline</a:t>
            </a:r>
            <a:r>
              <a:rPr lang="en-US" sz="1400" dirty="0"/>
              <a:t> invokes </a:t>
            </a:r>
            <a:r>
              <a:rPr lang="en-US" sz="1400" dirty="0" err="1"/>
              <a:t>CodeBuild</a:t>
            </a:r>
            <a:r>
              <a:rPr lang="en-US" sz="1400" dirty="0"/>
              <a:t> to install dependencies, run unit/integration tests, and build the model-serving Docker image.</a:t>
            </a:r>
          </a:p>
          <a:p>
            <a:pPr>
              <a:buFont typeface="Arial" panose="020B0604020202020204" pitchFamily="34" charset="0"/>
              <a:buChar char="•"/>
            </a:pPr>
            <a:r>
              <a:rPr lang="en-US" sz="1400" b="1" dirty="0"/>
              <a:t>Image Publishing &amp; Infra Provisioning:</a:t>
            </a:r>
            <a:r>
              <a:rPr lang="en-US" sz="1400" dirty="0"/>
              <a:t> </a:t>
            </a:r>
            <a:r>
              <a:rPr lang="en-US" sz="1400" dirty="0" err="1"/>
              <a:t>CodeBuild</a:t>
            </a:r>
            <a:r>
              <a:rPr lang="en-US" sz="1400" dirty="0"/>
              <a:t> pushes the image to Amazon ECR and creates a CloudFormation change set to update the </a:t>
            </a:r>
            <a:r>
              <a:rPr lang="en-US" sz="1400" dirty="0" err="1"/>
              <a:t>SageMaker</a:t>
            </a:r>
            <a:r>
              <a:rPr lang="en-US" sz="1400" dirty="0"/>
              <a:t> Endpoint definition.</a:t>
            </a:r>
          </a:p>
          <a:p>
            <a:pPr>
              <a:buFont typeface="Arial" panose="020B0604020202020204" pitchFamily="34" charset="0"/>
              <a:buChar char="•"/>
            </a:pPr>
            <a:r>
              <a:rPr lang="en-US" sz="1400" b="1" dirty="0"/>
              <a:t>Deployment Execution:</a:t>
            </a:r>
            <a:r>
              <a:rPr lang="en-US" sz="1400" dirty="0"/>
              <a:t> Upon approval, the change set is executed and </a:t>
            </a:r>
            <a:r>
              <a:rPr lang="en-US" sz="1400" dirty="0" err="1"/>
              <a:t>SageMaker</a:t>
            </a:r>
            <a:r>
              <a:rPr lang="en-US" sz="1400" dirty="0"/>
              <a:t> rolls out the new container to the production endpoint.</a:t>
            </a:r>
          </a:p>
          <a:p>
            <a:pPr>
              <a:buFont typeface="Arial" panose="020B0604020202020204" pitchFamily="34" charset="0"/>
              <a:buChar char="•"/>
            </a:pPr>
            <a:r>
              <a:rPr lang="en-US" sz="1400" b="1" dirty="0"/>
              <a:t>Monitoring &amp; Notifications:</a:t>
            </a:r>
            <a:r>
              <a:rPr lang="en-US" sz="1400" dirty="0"/>
              <a:t> CloudWatch logs build/test/deploy details and SNS delivers real-time status alerts.</a:t>
            </a:r>
          </a:p>
          <a:p>
            <a:endParaRPr lang="en-US" sz="1400" dirty="0"/>
          </a:p>
        </p:txBody>
      </p:sp>
      <p:sp>
        <p:nvSpPr>
          <p:cNvPr id="5" name="Slide Number Placeholder 4">
            <a:extLst>
              <a:ext uri="{FF2B5EF4-FFF2-40B4-BE49-F238E27FC236}">
                <a16:creationId xmlns:a16="http://schemas.microsoft.com/office/drawing/2014/main" id="{4A24269A-DF89-1F74-87BB-6FB33369CFB9}"/>
              </a:ext>
            </a:extLst>
          </p:cNvPr>
          <p:cNvSpPr>
            <a:spLocks noGrp="1"/>
          </p:cNvSpPr>
          <p:nvPr>
            <p:ph type="sldNum" sz="quarter" idx="12"/>
          </p:nvPr>
        </p:nvSpPr>
        <p:spPr/>
        <p:txBody>
          <a:bodyPr/>
          <a:lstStyle/>
          <a:p>
            <a:fld id="{FE024F78-56A6-7740-B68D-8D4D026EDF3F}" type="slidenum">
              <a:rPr lang="en-US" smtClean="0"/>
              <a:pPr/>
              <a:t>21</a:t>
            </a:fld>
            <a:endParaRPr lang="en-US" dirty="0"/>
          </a:p>
        </p:txBody>
      </p:sp>
      <p:pic>
        <p:nvPicPr>
          <p:cNvPr id="6" name="Content Placeholder 5" descr="A screenshot of a computer&#10;&#10;AI-generated content may be incorrect.">
            <a:extLst>
              <a:ext uri="{FF2B5EF4-FFF2-40B4-BE49-F238E27FC236}">
                <a16:creationId xmlns:a16="http://schemas.microsoft.com/office/drawing/2014/main" id="{7169BFB1-170F-3CB4-26FF-D66D2BFE7471}"/>
              </a:ext>
            </a:extLst>
          </p:cNvPr>
          <p:cNvPicPr>
            <a:picLocks noGrp="1" noChangeAspect="1"/>
          </p:cNvPicPr>
          <p:nvPr>
            <p:ph sz="quarter" idx="37"/>
          </p:nvPr>
        </p:nvPicPr>
        <p:blipFill>
          <a:blip r:embed="rId4"/>
          <a:stretch>
            <a:fillRect/>
          </a:stretch>
        </p:blipFill>
        <p:spPr>
          <a:xfrm>
            <a:off x="8400137" y="2465388"/>
            <a:ext cx="2840275" cy="3427412"/>
          </a:xfrm>
          <a:prstGeom prst="rect">
            <a:avLst/>
          </a:prstGeom>
        </p:spPr>
      </p:pic>
      <p:pic>
        <p:nvPicPr>
          <p:cNvPr id="8" name="Audio 7">
            <a:extLst>
              <a:ext uri="{FF2B5EF4-FFF2-40B4-BE49-F238E27FC236}">
                <a16:creationId xmlns:a16="http://schemas.microsoft.com/office/drawing/2014/main" id="{F0656BD1-AF30-E788-5E88-3C3FE6B06FDD}"/>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11226800" y="5892800"/>
            <a:ext cx="812800" cy="812800"/>
          </a:xfrm>
          <a:prstGeom prst="rect">
            <a:avLst/>
          </a:prstGeom>
        </p:spPr>
      </p:pic>
    </p:spTree>
    <p:extLst>
      <p:ext uri="{BB962C8B-B14F-4D97-AF65-F5344CB8AC3E}">
        <p14:creationId xmlns:p14="http://schemas.microsoft.com/office/powerpoint/2010/main" val="2623058237"/>
      </p:ext>
    </p:extLst>
  </p:cSld>
  <p:clrMapOvr>
    <a:masterClrMapping/>
  </p:clrMapOvr>
  <mc:AlternateContent xmlns:mc="http://schemas.openxmlformats.org/markup-compatibility/2006" xmlns:p14="http://schemas.microsoft.com/office/powerpoint/2010/main">
    <mc:Choice Requires="p14">
      <p:transition spd="slow" p14:dur="2000" advTm="52700"/>
    </mc:Choice>
    <mc:Fallback xmlns="">
      <p:transition spd="slow" advTm="527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8"/>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8"/>
                </p:tgtEl>
              </p:cMediaNode>
            </p:audio>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777AF2-E3C9-F9A2-EE05-118575338930}"/>
              </a:ext>
            </a:extLst>
          </p:cNvPr>
          <p:cNvSpPr>
            <a:spLocks noGrp="1"/>
          </p:cNvSpPr>
          <p:nvPr>
            <p:ph type="title"/>
          </p:nvPr>
        </p:nvSpPr>
        <p:spPr/>
        <p:txBody>
          <a:bodyPr/>
          <a:lstStyle/>
          <a:p>
            <a:r>
              <a:rPr lang="en-US" sz="4800" dirty="0"/>
              <a:t>Thank you</a:t>
            </a:r>
          </a:p>
        </p:txBody>
      </p:sp>
      <p:pic>
        <p:nvPicPr>
          <p:cNvPr id="11" name="Audio 10">
            <a:extLst>
              <a:ext uri="{FF2B5EF4-FFF2-40B4-BE49-F238E27FC236}">
                <a16:creationId xmlns:a16="http://schemas.microsoft.com/office/drawing/2014/main" id="{AAE7B3F6-F052-3F48-7FB0-34BD9B8D9D36}"/>
              </a:ext>
            </a:extLst>
          </p:cNvPr>
          <p:cNvPicPr>
            <a:picLocks noChangeAspect="1"/>
          </p:cNvPicPr>
          <p:nvPr>
            <a:audioFile r:link="rId2"/>
            <p:extLst>
              <p:ext uri="{DAA4B4D4-6D71-4841-9C94-3DE7FCFB9230}">
                <p14:media xmlns:p14="http://schemas.microsoft.com/office/powerpoint/2010/main" r:embed="rId1"/>
              </p:ext>
            </p:extLst>
          </p:nvPr>
        </p:nvPicPr>
        <p:blipFill>
          <a:blip r:embed="rId4"/>
          <a:stretch>
            <a:fillRect/>
          </a:stretch>
        </p:blipFill>
        <p:spPr>
          <a:xfrm>
            <a:off x="11226800" y="5892800"/>
            <a:ext cx="812800" cy="812800"/>
          </a:xfrm>
          <a:prstGeom prst="rect">
            <a:avLst/>
          </a:prstGeom>
        </p:spPr>
      </p:pic>
    </p:spTree>
    <p:extLst>
      <p:ext uri="{BB962C8B-B14F-4D97-AF65-F5344CB8AC3E}">
        <p14:creationId xmlns:p14="http://schemas.microsoft.com/office/powerpoint/2010/main" val="4098814636"/>
      </p:ext>
    </p:extLst>
  </p:cSld>
  <p:clrMapOvr>
    <a:masterClrMapping/>
  </p:clrMapOvr>
  <mc:AlternateContent xmlns:mc="http://schemas.openxmlformats.org/markup-compatibility/2006" xmlns:p14="http://schemas.microsoft.com/office/powerpoint/2010/main">
    <mc:Choice Requires="p14">
      <p:transition spd="slow" p14:dur="2000" advTm="6401"/>
    </mc:Choice>
    <mc:Fallback xmlns="">
      <p:transition spd="slow" advTm="6401"/>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11"/>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11"/>
                </p:tgtEl>
              </p:cMediaNode>
            </p:audio>
          </p:childTnLst>
        </p:cTn>
      </p:par>
    </p:tnLst>
  </p:timing>
</p:sld>
</file>

<file path=ppt/theme/theme1.xml><?xml version="1.0" encoding="utf-8"?>
<a:theme xmlns:a="http://schemas.openxmlformats.org/drawingml/2006/main" name="Custom">
  <a:themeElements>
    <a:clrScheme name="Custom 17">
      <a:dk1>
        <a:srgbClr val="000000"/>
      </a:dk1>
      <a:lt1>
        <a:srgbClr val="FFFFFF"/>
      </a:lt1>
      <a:dk2>
        <a:srgbClr val="FC4EFB"/>
      </a:dk2>
      <a:lt2>
        <a:srgbClr val="E7E6E6"/>
      </a:lt2>
      <a:accent1>
        <a:srgbClr val="FAF24C"/>
      </a:accent1>
      <a:accent2>
        <a:srgbClr val="5EFCAC"/>
      </a:accent2>
      <a:accent3>
        <a:srgbClr val="73EBF9"/>
      </a:accent3>
      <a:accent4>
        <a:srgbClr val="316CFC"/>
      </a:accent4>
      <a:accent5>
        <a:srgbClr val="B059FD"/>
      </a:accent5>
      <a:accent6>
        <a:srgbClr val="9405FC"/>
      </a:accent6>
      <a:hlink>
        <a:srgbClr val="FFFFFF"/>
      </a:hlink>
      <a:folHlink>
        <a:srgbClr val="FFFFFF"/>
      </a:folHlink>
    </a:clrScheme>
    <a:fontScheme name="Custom 15">
      <a:majorFont>
        <a:latin typeface="Biome"/>
        <a:ea typeface=""/>
        <a:cs typeface=""/>
      </a:majorFont>
      <a:minorFont>
        <a:latin typeface="Arial Nov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M11936837_win32_SL_V11" id="{EAD6EF7B-6F25-4469-AF6A-07D6EB1461DD}" vid="{30FEA78B-2F89-4FF0-8415-E3920802C58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Props1.xml><?xml version="1.0" encoding="utf-8"?>
<ds:datastoreItem xmlns:ds="http://schemas.openxmlformats.org/officeDocument/2006/customXml" ds:itemID="{AF6E7B4D-FB62-47B7-AAA7-0DEC9938DB8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A78D9019-7CE1-4B77-8F5D-67F6576598CB}">
  <ds:schemaRefs>
    <ds:schemaRef ds:uri="http://schemas.microsoft.com/sharepoint/v3/contenttype/forms"/>
  </ds:schemaRefs>
</ds:datastoreItem>
</file>

<file path=customXml/itemProps3.xml><?xml version="1.0" encoding="utf-8"?>
<ds:datastoreItem xmlns:ds="http://schemas.openxmlformats.org/officeDocument/2006/customXml" ds:itemID="{E42E6C21-1752-4E06-9FE3-208D45ADB668}">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
  <TotalTime>4158</TotalTime>
  <Words>1546</Words>
  <Application>Microsoft Macintosh PowerPoint</Application>
  <PresentationFormat>Widescreen</PresentationFormat>
  <Paragraphs>121</Paragraphs>
  <Slides>22</Slides>
  <Notes>13</Notes>
  <HiddenSlides>0</HiddenSlides>
  <MMClips>22</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22</vt:i4>
      </vt:variant>
    </vt:vector>
  </HeadingPairs>
  <TitlesOfParts>
    <vt:vector size="29" baseType="lpstr">
      <vt:lpstr>Arial</vt:lpstr>
      <vt:lpstr>Arial Nova</vt:lpstr>
      <vt:lpstr>Biome</vt:lpstr>
      <vt:lpstr>Biome Light</vt:lpstr>
      <vt:lpstr>Calibri</vt:lpstr>
      <vt:lpstr>Times New Roman</vt:lpstr>
      <vt:lpstr>Custom</vt:lpstr>
      <vt:lpstr>AAI-540</vt:lpstr>
      <vt:lpstr>Agenda</vt:lpstr>
      <vt:lpstr>Overview &amp; Initial Design</vt:lpstr>
      <vt:lpstr>Business Case</vt:lpstr>
      <vt:lpstr>PowerPoint Presentation</vt:lpstr>
      <vt:lpstr>EDA &amp; Feature Engineering</vt:lpstr>
      <vt:lpstr>Feature Store</vt:lpstr>
      <vt:lpstr>Feature Store</vt:lpstr>
      <vt:lpstr>Model &amp; Model Registry</vt:lpstr>
      <vt:lpstr>Model &amp; Model Registry</vt:lpstr>
      <vt:lpstr>System optics</vt:lpstr>
      <vt:lpstr>Monitoring</vt:lpstr>
      <vt:lpstr>Code Quality Monitoring</vt:lpstr>
      <vt:lpstr>Calculated metrics result</vt:lpstr>
      <vt:lpstr>Model Performance </vt:lpstr>
      <vt:lpstr>Model Performance (Contd.) </vt:lpstr>
      <vt:lpstr>Dashboard</vt:lpstr>
      <vt:lpstr>Dashboard (Contd)</vt:lpstr>
      <vt:lpstr>Model Deployment</vt:lpstr>
      <vt:lpstr>Endpoint Invocation &amp; Output</vt:lpstr>
      <vt:lpstr>CI/CD Pipeline</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Aaron Ramirez</dc:creator>
  <cp:lastModifiedBy>Luis Lopez</cp:lastModifiedBy>
  <cp:revision>103</cp:revision>
  <dcterms:created xsi:type="dcterms:W3CDTF">2025-06-19T13:01:06Z</dcterms:created>
  <dcterms:modified xsi:type="dcterms:W3CDTF">2025-06-23T20:07:26Z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